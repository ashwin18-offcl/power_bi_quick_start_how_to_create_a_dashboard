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9" r:id="rId4"/>
    <p:sldId id="258" r:id="rId5"/>
    <p:sldId id="259" r:id="rId6"/>
    <p:sldId id="262" r:id="rId7"/>
    <p:sldId id="260" r:id="rId8"/>
    <p:sldId id="264" r:id="rId9"/>
    <p:sldId id="324" r:id="rId10"/>
    <p:sldId id="265" r:id="rId11"/>
    <p:sldId id="266" r:id="rId12"/>
    <p:sldId id="267" r:id="rId13"/>
    <p:sldId id="261" r:id="rId14"/>
    <p:sldId id="263" r:id="rId15"/>
    <p:sldId id="325"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6AED5"/>
    <a:srgbClr val="E83F6F"/>
    <a:srgbClr val="FFBF00"/>
    <a:srgbClr val="23CE6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81" autoAdjust="0"/>
    <p:restoredTop sz="94660"/>
  </p:normalViewPr>
  <p:slideViewPr>
    <p:cSldViewPr snapToGrid="0">
      <p:cViewPr varScale="1">
        <p:scale>
          <a:sx n="128" d="100"/>
          <a:sy n="128" d="100"/>
        </p:scale>
        <p:origin x="804"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40BC4CB-F2C2-46E3-A955-09D10A044371}" type="doc">
      <dgm:prSet loTypeId="urn:microsoft.com/office/officeart/2005/8/layout/hProcess9" loCatId="process" qsTypeId="urn:microsoft.com/office/officeart/2005/8/quickstyle/simple1" qsCatId="simple" csTypeId="urn:microsoft.com/office/officeart/2005/8/colors/accent4_2" csCatId="accent4" phldr="1"/>
      <dgm:spPr/>
      <dgm:t>
        <a:bodyPr/>
        <a:lstStyle/>
        <a:p>
          <a:endParaRPr lang="en-GB"/>
        </a:p>
      </dgm:t>
    </dgm:pt>
    <dgm:pt modelId="{DD56EBBD-4EF4-4139-9645-A3F6B0F86E46}">
      <dgm:prSet phldrT="[Text]" custT="1"/>
      <dgm:spPr>
        <a:solidFill>
          <a:prstClr val="black">
            <a:lumMod val="50000"/>
            <a:lumOff val="50000"/>
          </a:prstClr>
        </a:solidFill>
        <a:ln w="12700" cap="flat" cmpd="sng" algn="ctr">
          <a:solidFill>
            <a:prstClr val="white">
              <a:hueOff val="0"/>
              <a:satOff val="0"/>
              <a:lumOff val="0"/>
              <a:alphaOff val="0"/>
            </a:prstClr>
          </a:solidFill>
          <a:prstDash val="solid"/>
          <a:miter lim="800000"/>
        </a:ln>
        <a:effectLst/>
      </dgm:spPr>
      <dgm:t>
        <a:bodyPr spcFirstLastPara="0" vert="horz" wrap="square" lIns="76200" tIns="76200" rIns="76200" bIns="76200" numCol="1" spcCol="1270" anchor="ctr" anchorCtr="0"/>
        <a:lstStyle/>
        <a:p>
          <a:pPr marL="0" lvl="0" indent="0" algn="ctr" defTabSz="889000">
            <a:lnSpc>
              <a:spcPct val="90000"/>
            </a:lnSpc>
            <a:spcBef>
              <a:spcPct val="0"/>
            </a:spcBef>
            <a:spcAft>
              <a:spcPct val="35000"/>
            </a:spcAft>
            <a:buNone/>
          </a:pPr>
          <a:r>
            <a:rPr lang="en-GB" sz="2000" kern="1200">
              <a:solidFill>
                <a:prstClr val="white"/>
              </a:solidFill>
              <a:latin typeface="Calibri" panose="020F0502020204030204"/>
              <a:ea typeface="+mn-ea"/>
              <a:cs typeface="+mn-cs"/>
            </a:rPr>
            <a:t>1. Define</a:t>
          </a:r>
        </a:p>
      </dgm:t>
    </dgm:pt>
    <dgm:pt modelId="{25C147F8-8EFF-4625-8045-3733C7EF66D2}" type="parTrans" cxnId="{F7872C22-C500-471B-A2D9-4AD02AD00CE0}">
      <dgm:prSet/>
      <dgm:spPr/>
      <dgm:t>
        <a:bodyPr/>
        <a:lstStyle/>
        <a:p>
          <a:endParaRPr lang="en-GB" sz="2000"/>
        </a:p>
      </dgm:t>
    </dgm:pt>
    <dgm:pt modelId="{FA3C1A7F-4333-45DE-813D-D5868BBD6CB0}" type="sibTrans" cxnId="{F7872C22-C500-471B-A2D9-4AD02AD00CE0}">
      <dgm:prSet/>
      <dgm:spPr/>
      <dgm:t>
        <a:bodyPr/>
        <a:lstStyle/>
        <a:p>
          <a:endParaRPr lang="en-GB" sz="2000"/>
        </a:p>
      </dgm:t>
    </dgm:pt>
    <dgm:pt modelId="{78F0B015-0E54-48F1-9A77-6EFBD4D840C6}">
      <dgm:prSet phldrT="[Text]" custT="1"/>
      <dgm:spPr>
        <a:solidFill>
          <a:schemeClr val="tx1">
            <a:lumMod val="50000"/>
            <a:lumOff val="50000"/>
          </a:schemeClr>
        </a:solidFill>
      </dgm:spPr>
      <dgm:t>
        <a:bodyPr/>
        <a:lstStyle/>
        <a:p>
          <a:r>
            <a:rPr lang="en-GB" sz="2000"/>
            <a:t>2. Model</a:t>
          </a:r>
        </a:p>
      </dgm:t>
    </dgm:pt>
    <dgm:pt modelId="{64A89F4A-104C-4E33-9931-29095DEC82E1}" type="parTrans" cxnId="{64E33F12-E08E-43CB-94FA-E957DED3BD32}">
      <dgm:prSet/>
      <dgm:spPr/>
      <dgm:t>
        <a:bodyPr/>
        <a:lstStyle/>
        <a:p>
          <a:endParaRPr lang="en-GB" sz="2000"/>
        </a:p>
      </dgm:t>
    </dgm:pt>
    <dgm:pt modelId="{350500C7-E738-4659-9874-0B622335E0B6}" type="sibTrans" cxnId="{64E33F12-E08E-43CB-94FA-E957DED3BD32}">
      <dgm:prSet/>
      <dgm:spPr/>
      <dgm:t>
        <a:bodyPr/>
        <a:lstStyle/>
        <a:p>
          <a:endParaRPr lang="en-GB" sz="2000"/>
        </a:p>
      </dgm:t>
    </dgm:pt>
    <dgm:pt modelId="{14E12BF1-2D47-4683-B515-53E077BA2DC4}">
      <dgm:prSet phldrT="[Text]" custT="1"/>
      <dgm:spPr>
        <a:solidFill>
          <a:schemeClr val="tx1">
            <a:lumMod val="50000"/>
            <a:lumOff val="50000"/>
          </a:schemeClr>
        </a:solidFill>
      </dgm:spPr>
      <dgm:t>
        <a:bodyPr/>
        <a:lstStyle/>
        <a:p>
          <a:r>
            <a:rPr lang="en-GB" sz="2000"/>
            <a:t>3. Build</a:t>
          </a:r>
        </a:p>
      </dgm:t>
    </dgm:pt>
    <dgm:pt modelId="{91A4541B-C8F6-4EAE-81D2-5C4A3DF3CDE1}" type="parTrans" cxnId="{D68BB19C-B3CD-449C-8A05-665CB9AD8AEA}">
      <dgm:prSet/>
      <dgm:spPr/>
      <dgm:t>
        <a:bodyPr/>
        <a:lstStyle/>
        <a:p>
          <a:endParaRPr lang="en-GB" sz="2000"/>
        </a:p>
      </dgm:t>
    </dgm:pt>
    <dgm:pt modelId="{E4DB3BDB-136E-4E4A-9369-5F404AFBA277}" type="sibTrans" cxnId="{D68BB19C-B3CD-449C-8A05-665CB9AD8AEA}">
      <dgm:prSet/>
      <dgm:spPr/>
      <dgm:t>
        <a:bodyPr/>
        <a:lstStyle/>
        <a:p>
          <a:endParaRPr lang="en-GB" sz="2000"/>
        </a:p>
      </dgm:t>
    </dgm:pt>
    <dgm:pt modelId="{F4629F24-014A-4434-BB7B-CCB2CA320432}">
      <dgm:prSet phldrT="[Text]" custT="1"/>
      <dgm:spPr>
        <a:solidFill>
          <a:schemeClr val="tx1">
            <a:lumMod val="50000"/>
            <a:lumOff val="50000"/>
          </a:schemeClr>
        </a:solidFill>
      </dgm:spPr>
      <dgm:t>
        <a:bodyPr/>
        <a:lstStyle/>
        <a:p>
          <a:r>
            <a:rPr lang="en-GB" sz="2000"/>
            <a:t>4. Implement</a:t>
          </a:r>
        </a:p>
      </dgm:t>
    </dgm:pt>
    <dgm:pt modelId="{B9CFD2E0-64F1-413C-A916-80EA3DC367A0}" type="parTrans" cxnId="{5DC325E1-2D4D-4355-9BC8-CA3C911C1D5F}">
      <dgm:prSet/>
      <dgm:spPr/>
      <dgm:t>
        <a:bodyPr/>
        <a:lstStyle/>
        <a:p>
          <a:endParaRPr lang="en-GB" sz="2000"/>
        </a:p>
      </dgm:t>
    </dgm:pt>
    <dgm:pt modelId="{E5B0801E-36C3-40FC-88FC-3E7D96E829DD}" type="sibTrans" cxnId="{5DC325E1-2D4D-4355-9BC8-CA3C911C1D5F}">
      <dgm:prSet/>
      <dgm:spPr/>
      <dgm:t>
        <a:bodyPr/>
        <a:lstStyle/>
        <a:p>
          <a:endParaRPr lang="en-GB" sz="2000"/>
        </a:p>
      </dgm:t>
    </dgm:pt>
    <dgm:pt modelId="{F6E01FE7-4BE7-4FB5-8FFE-49EE1D162C71}">
      <dgm:prSet phldrT="[Text]" custT="1"/>
      <dgm:spPr>
        <a:solidFill>
          <a:schemeClr val="tx1">
            <a:lumMod val="50000"/>
            <a:lumOff val="50000"/>
          </a:schemeClr>
        </a:solidFill>
      </dgm:spPr>
      <dgm:t>
        <a:bodyPr/>
        <a:lstStyle/>
        <a:p>
          <a:r>
            <a:rPr lang="en-GB" sz="2000" b="0"/>
            <a:t>5. Evolve</a:t>
          </a:r>
        </a:p>
      </dgm:t>
    </dgm:pt>
    <dgm:pt modelId="{323B1326-7E80-44B9-9D4A-7BA492B75513}" type="parTrans" cxnId="{F6A92F62-9961-4E21-8329-6BE2B7D7B54C}">
      <dgm:prSet/>
      <dgm:spPr/>
      <dgm:t>
        <a:bodyPr/>
        <a:lstStyle/>
        <a:p>
          <a:endParaRPr lang="en-GB" sz="2000"/>
        </a:p>
      </dgm:t>
    </dgm:pt>
    <dgm:pt modelId="{34EC6F8E-791F-4B18-915D-4E9446090B34}" type="sibTrans" cxnId="{F6A92F62-9961-4E21-8329-6BE2B7D7B54C}">
      <dgm:prSet/>
      <dgm:spPr/>
      <dgm:t>
        <a:bodyPr/>
        <a:lstStyle/>
        <a:p>
          <a:endParaRPr lang="en-GB" sz="2000"/>
        </a:p>
      </dgm:t>
    </dgm:pt>
    <dgm:pt modelId="{AF09F68C-74BA-4023-B4DA-F4E7E5354DF0}" type="pres">
      <dgm:prSet presAssocID="{940BC4CB-F2C2-46E3-A955-09D10A044371}" presName="CompostProcess" presStyleCnt="0">
        <dgm:presLayoutVars>
          <dgm:dir/>
          <dgm:resizeHandles val="exact"/>
        </dgm:presLayoutVars>
      </dgm:prSet>
      <dgm:spPr/>
    </dgm:pt>
    <dgm:pt modelId="{7288106D-558F-428E-A0C4-643866E68AD7}" type="pres">
      <dgm:prSet presAssocID="{940BC4CB-F2C2-46E3-A955-09D10A044371}" presName="arrow" presStyleLbl="bgShp" presStyleIdx="0" presStyleCnt="1"/>
      <dgm:spPr/>
    </dgm:pt>
    <dgm:pt modelId="{67C5B6E1-794B-480D-9105-5392F7987DDD}" type="pres">
      <dgm:prSet presAssocID="{940BC4CB-F2C2-46E3-A955-09D10A044371}" presName="linearProcess" presStyleCnt="0"/>
      <dgm:spPr/>
    </dgm:pt>
    <dgm:pt modelId="{F574CB93-3C14-4D4C-8DEC-A7D87F89D835}" type="pres">
      <dgm:prSet presAssocID="{DD56EBBD-4EF4-4139-9645-A3F6B0F86E46}" presName="textNode" presStyleLbl="node1" presStyleIdx="0" presStyleCnt="5">
        <dgm:presLayoutVars>
          <dgm:bulletEnabled val="1"/>
        </dgm:presLayoutVars>
      </dgm:prSet>
      <dgm:spPr>
        <a:xfrm>
          <a:off x="2631" y="981360"/>
          <a:ext cx="1584031" cy="1308481"/>
        </a:xfrm>
        <a:prstGeom prst="roundRect">
          <a:avLst/>
        </a:prstGeom>
      </dgm:spPr>
    </dgm:pt>
    <dgm:pt modelId="{B6688E24-8752-46AD-B749-A79B45BDA12B}" type="pres">
      <dgm:prSet presAssocID="{FA3C1A7F-4333-45DE-813D-D5868BBD6CB0}" presName="sibTrans" presStyleCnt="0"/>
      <dgm:spPr/>
    </dgm:pt>
    <dgm:pt modelId="{5BD69E27-F394-4496-A5FF-AD61976D8AC0}" type="pres">
      <dgm:prSet presAssocID="{78F0B015-0E54-48F1-9A77-6EFBD4D840C6}" presName="textNode" presStyleLbl="node1" presStyleIdx="1" presStyleCnt="5">
        <dgm:presLayoutVars>
          <dgm:bulletEnabled val="1"/>
        </dgm:presLayoutVars>
      </dgm:prSet>
      <dgm:spPr/>
    </dgm:pt>
    <dgm:pt modelId="{23C6F01A-880E-47DE-8203-9284E81CE376}" type="pres">
      <dgm:prSet presAssocID="{350500C7-E738-4659-9874-0B622335E0B6}" presName="sibTrans" presStyleCnt="0"/>
      <dgm:spPr/>
    </dgm:pt>
    <dgm:pt modelId="{6C8E1276-2F5F-49FF-8D50-A38802046D89}" type="pres">
      <dgm:prSet presAssocID="{14E12BF1-2D47-4683-B515-53E077BA2DC4}" presName="textNode" presStyleLbl="node1" presStyleIdx="2" presStyleCnt="5">
        <dgm:presLayoutVars>
          <dgm:bulletEnabled val="1"/>
        </dgm:presLayoutVars>
      </dgm:prSet>
      <dgm:spPr/>
    </dgm:pt>
    <dgm:pt modelId="{5BD7849A-A9B0-4C30-90B7-9C7588156BC0}" type="pres">
      <dgm:prSet presAssocID="{E4DB3BDB-136E-4E4A-9369-5F404AFBA277}" presName="sibTrans" presStyleCnt="0"/>
      <dgm:spPr/>
    </dgm:pt>
    <dgm:pt modelId="{F34AFCC5-12DF-4A7F-9803-8D5CEB601CEF}" type="pres">
      <dgm:prSet presAssocID="{F4629F24-014A-4434-BB7B-CCB2CA320432}" presName="textNode" presStyleLbl="node1" presStyleIdx="3" presStyleCnt="5">
        <dgm:presLayoutVars>
          <dgm:bulletEnabled val="1"/>
        </dgm:presLayoutVars>
      </dgm:prSet>
      <dgm:spPr/>
    </dgm:pt>
    <dgm:pt modelId="{6EF54832-3293-4F19-80E1-5BE61C32050C}" type="pres">
      <dgm:prSet presAssocID="{E5B0801E-36C3-40FC-88FC-3E7D96E829DD}" presName="sibTrans" presStyleCnt="0"/>
      <dgm:spPr/>
    </dgm:pt>
    <dgm:pt modelId="{5D51529E-24B8-4A85-81A0-4FFAF305BED5}" type="pres">
      <dgm:prSet presAssocID="{F6E01FE7-4BE7-4FB5-8FFE-49EE1D162C71}" presName="textNode" presStyleLbl="node1" presStyleIdx="4" presStyleCnt="5">
        <dgm:presLayoutVars>
          <dgm:bulletEnabled val="1"/>
        </dgm:presLayoutVars>
      </dgm:prSet>
      <dgm:spPr/>
    </dgm:pt>
  </dgm:ptLst>
  <dgm:cxnLst>
    <dgm:cxn modelId="{DE4DB00C-ECD7-4478-A193-469C77FE336C}" type="presOf" srcId="{14E12BF1-2D47-4683-B515-53E077BA2DC4}" destId="{6C8E1276-2F5F-49FF-8D50-A38802046D89}" srcOrd="0" destOrd="0" presId="urn:microsoft.com/office/officeart/2005/8/layout/hProcess9"/>
    <dgm:cxn modelId="{64E33F12-E08E-43CB-94FA-E957DED3BD32}" srcId="{940BC4CB-F2C2-46E3-A955-09D10A044371}" destId="{78F0B015-0E54-48F1-9A77-6EFBD4D840C6}" srcOrd="1" destOrd="0" parTransId="{64A89F4A-104C-4E33-9931-29095DEC82E1}" sibTransId="{350500C7-E738-4659-9874-0B622335E0B6}"/>
    <dgm:cxn modelId="{F7872C22-C500-471B-A2D9-4AD02AD00CE0}" srcId="{940BC4CB-F2C2-46E3-A955-09D10A044371}" destId="{DD56EBBD-4EF4-4139-9645-A3F6B0F86E46}" srcOrd="0" destOrd="0" parTransId="{25C147F8-8EFF-4625-8045-3733C7EF66D2}" sibTransId="{FA3C1A7F-4333-45DE-813D-D5868BBD6CB0}"/>
    <dgm:cxn modelId="{B9A4E45F-012D-4C74-8B33-3B06E5C406D0}" type="presOf" srcId="{78F0B015-0E54-48F1-9A77-6EFBD4D840C6}" destId="{5BD69E27-F394-4496-A5FF-AD61976D8AC0}" srcOrd="0" destOrd="0" presId="urn:microsoft.com/office/officeart/2005/8/layout/hProcess9"/>
    <dgm:cxn modelId="{C269B741-3840-4270-B00C-34897B6C6AF9}" type="presOf" srcId="{DD56EBBD-4EF4-4139-9645-A3F6B0F86E46}" destId="{F574CB93-3C14-4D4C-8DEC-A7D87F89D835}" srcOrd="0" destOrd="0" presId="urn:microsoft.com/office/officeart/2005/8/layout/hProcess9"/>
    <dgm:cxn modelId="{F6A92F62-9961-4E21-8329-6BE2B7D7B54C}" srcId="{940BC4CB-F2C2-46E3-A955-09D10A044371}" destId="{F6E01FE7-4BE7-4FB5-8FFE-49EE1D162C71}" srcOrd="4" destOrd="0" parTransId="{323B1326-7E80-44B9-9D4A-7BA492B75513}" sibTransId="{34EC6F8E-791F-4B18-915D-4E9446090B34}"/>
    <dgm:cxn modelId="{8CAFA767-E72E-41BA-859D-18CB7FD0C962}" type="presOf" srcId="{940BC4CB-F2C2-46E3-A955-09D10A044371}" destId="{AF09F68C-74BA-4023-B4DA-F4E7E5354DF0}" srcOrd="0" destOrd="0" presId="urn:microsoft.com/office/officeart/2005/8/layout/hProcess9"/>
    <dgm:cxn modelId="{D68BB19C-B3CD-449C-8A05-665CB9AD8AEA}" srcId="{940BC4CB-F2C2-46E3-A955-09D10A044371}" destId="{14E12BF1-2D47-4683-B515-53E077BA2DC4}" srcOrd="2" destOrd="0" parTransId="{91A4541B-C8F6-4EAE-81D2-5C4A3DF3CDE1}" sibTransId="{E4DB3BDB-136E-4E4A-9369-5F404AFBA277}"/>
    <dgm:cxn modelId="{8A9A54AD-0D57-447B-BC4C-780571363E2C}" type="presOf" srcId="{F6E01FE7-4BE7-4FB5-8FFE-49EE1D162C71}" destId="{5D51529E-24B8-4A85-81A0-4FFAF305BED5}" srcOrd="0" destOrd="0" presId="urn:microsoft.com/office/officeart/2005/8/layout/hProcess9"/>
    <dgm:cxn modelId="{5DC325E1-2D4D-4355-9BC8-CA3C911C1D5F}" srcId="{940BC4CB-F2C2-46E3-A955-09D10A044371}" destId="{F4629F24-014A-4434-BB7B-CCB2CA320432}" srcOrd="3" destOrd="0" parTransId="{B9CFD2E0-64F1-413C-A916-80EA3DC367A0}" sibTransId="{E5B0801E-36C3-40FC-88FC-3E7D96E829DD}"/>
    <dgm:cxn modelId="{318AB9F5-6B59-4FCE-9AF0-14013F8208C3}" type="presOf" srcId="{F4629F24-014A-4434-BB7B-CCB2CA320432}" destId="{F34AFCC5-12DF-4A7F-9803-8D5CEB601CEF}" srcOrd="0" destOrd="0" presId="urn:microsoft.com/office/officeart/2005/8/layout/hProcess9"/>
    <dgm:cxn modelId="{426C5B5C-CAD7-45E7-98A2-9C3E84CE59D1}" type="presParOf" srcId="{AF09F68C-74BA-4023-B4DA-F4E7E5354DF0}" destId="{7288106D-558F-428E-A0C4-643866E68AD7}" srcOrd="0" destOrd="0" presId="urn:microsoft.com/office/officeart/2005/8/layout/hProcess9"/>
    <dgm:cxn modelId="{40A4F8D3-0767-4BC6-98A7-1F4C262D49A9}" type="presParOf" srcId="{AF09F68C-74BA-4023-B4DA-F4E7E5354DF0}" destId="{67C5B6E1-794B-480D-9105-5392F7987DDD}" srcOrd="1" destOrd="0" presId="urn:microsoft.com/office/officeart/2005/8/layout/hProcess9"/>
    <dgm:cxn modelId="{E9C0D92D-9AFB-4C3D-A26B-C8E2FE24BD1D}" type="presParOf" srcId="{67C5B6E1-794B-480D-9105-5392F7987DDD}" destId="{F574CB93-3C14-4D4C-8DEC-A7D87F89D835}" srcOrd="0" destOrd="0" presId="urn:microsoft.com/office/officeart/2005/8/layout/hProcess9"/>
    <dgm:cxn modelId="{FF310049-F723-41D3-BEA8-58F55D6711D0}" type="presParOf" srcId="{67C5B6E1-794B-480D-9105-5392F7987DDD}" destId="{B6688E24-8752-46AD-B749-A79B45BDA12B}" srcOrd="1" destOrd="0" presId="urn:microsoft.com/office/officeart/2005/8/layout/hProcess9"/>
    <dgm:cxn modelId="{EA6B795D-5554-49B4-A205-6D77BCFEF4FF}" type="presParOf" srcId="{67C5B6E1-794B-480D-9105-5392F7987DDD}" destId="{5BD69E27-F394-4496-A5FF-AD61976D8AC0}" srcOrd="2" destOrd="0" presId="urn:microsoft.com/office/officeart/2005/8/layout/hProcess9"/>
    <dgm:cxn modelId="{15D48B3F-BD76-4B07-B196-F930499691D2}" type="presParOf" srcId="{67C5B6E1-794B-480D-9105-5392F7987DDD}" destId="{23C6F01A-880E-47DE-8203-9284E81CE376}" srcOrd="3" destOrd="0" presId="urn:microsoft.com/office/officeart/2005/8/layout/hProcess9"/>
    <dgm:cxn modelId="{27793B88-7F22-4D66-BA78-43E82EE8C104}" type="presParOf" srcId="{67C5B6E1-794B-480D-9105-5392F7987DDD}" destId="{6C8E1276-2F5F-49FF-8D50-A38802046D89}" srcOrd="4" destOrd="0" presId="urn:microsoft.com/office/officeart/2005/8/layout/hProcess9"/>
    <dgm:cxn modelId="{B1B9E611-17DA-45EC-ADBB-3A12BDF32F74}" type="presParOf" srcId="{67C5B6E1-794B-480D-9105-5392F7987DDD}" destId="{5BD7849A-A9B0-4C30-90B7-9C7588156BC0}" srcOrd="5" destOrd="0" presId="urn:microsoft.com/office/officeart/2005/8/layout/hProcess9"/>
    <dgm:cxn modelId="{217E88F0-F4B2-4B1A-AE31-76008B5F0253}" type="presParOf" srcId="{67C5B6E1-794B-480D-9105-5392F7987DDD}" destId="{F34AFCC5-12DF-4A7F-9803-8D5CEB601CEF}" srcOrd="6" destOrd="0" presId="urn:microsoft.com/office/officeart/2005/8/layout/hProcess9"/>
    <dgm:cxn modelId="{DFE8C935-838C-4BFD-B9C3-7738368E6B86}" type="presParOf" srcId="{67C5B6E1-794B-480D-9105-5392F7987DDD}" destId="{6EF54832-3293-4F19-80E1-5BE61C32050C}" srcOrd="7" destOrd="0" presId="urn:microsoft.com/office/officeart/2005/8/layout/hProcess9"/>
    <dgm:cxn modelId="{7A5CA61B-CA1B-4360-AE51-4BB213C63C80}" type="presParOf" srcId="{67C5B6E1-794B-480D-9105-5392F7987DDD}" destId="{5D51529E-24B8-4A85-81A0-4FFAF305BED5}"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5CC337E-A9EC-4FBB-916B-8CB42E3141CD}" type="doc">
      <dgm:prSet loTypeId="urn:microsoft.com/office/officeart/2005/8/layout/cycle4" loCatId="cycle" qsTypeId="urn:microsoft.com/office/officeart/2005/8/quickstyle/simple1" qsCatId="simple" csTypeId="urn:microsoft.com/office/officeart/2005/8/colors/accent4_3" csCatId="accent4" phldr="1"/>
      <dgm:spPr/>
      <dgm:t>
        <a:bodyPr/>
        <a:lstStyle/>
        <a:p>
          <a:endParaRPr lang="en-GB"/>
        </a:p>
      </dgm:t>
    </dgm:pt>
    <dgm:pt modelId="{0256CFA0-DC57-4AF9-8129-DB7CE98F9F9A}">
      <dgm:prSet/>
      <dgm:spPr/>
      <dgm:t>
        <a:bodyPr/>
        <a:lstStyle/>
        <a:p>
          <a:r>
            <a:rPr lang="en-GB" b="1" dirty="0"/>
            <a:t>1. Acquire </a:t>
          </a:r>
          <a:r>
            <a:rPr lang="en-GB" b="0" dirty="0"/>
            <a:t>Data For Use In Power BI</a:t>
          </a:r>
          <a:endParaRPr lang="en-GB" dirty="0"/>
        </a:p>
      </dgm:t>
    </dgm:pt>
    <dgm:pt modelId="{C34642B0-A8C0-4468-B72B-F94F5DBD93CD}" type="parTrans" cxnId="{7DFB2D4B-53C5-4A3B-AB2A-5862512C29D6}">
      <dgm:prSet/>
      <dgm:spPr/>
      <dgm:t>
        <a:bodyPr/>
        <a:lstStyle/>
        <a:p>
          <a:endParaRPr lang="en-GB"/>
        </a:p>
      </dgm:t>
    </dgm:pt>
    <dgm:pt modelId="{855DB1EB-26A9-45FC-A16C-531B6F43799C}" type="sibTrans" cxnId="{7DFB2D4B-53C5-4A3B-AB2A-5862512C29D6}">
      <dgm:prSet/>
      <dgm:spPr/>
      <dgm:t>
        <a:bodyPr/>
        <a:lstStyle/>
        <a:p>
          <a:endParaRPr lang="en-GB"/>
        </a:p>
      </dgm:t>
    </dgm:pt>
    <dgm:pt modelId="{4E2515A0-9C37-4D11-84CD-08CDA6908718}">
      <dgm:prSet/>
      <dgm:spPr/>
      <dgm:t>
        <a:bodyPr/>
        <a:lstStyle/>
        <a:p>
          <a:r>
            <a:rPr lang="en-GB" b="0" dirty="0"/>
            <a:t>Excel, </a:t>
          </a:r>
          <a:endParaRPr lang="en-GB" dirty="0"/>
        </a:p>
      </dgm:t>
    </dgm:pt>
    <dgm:pt modelId="{82BBAF5F-340C-4D3A-BFF4-18558220307F}" type="parTrans" cxnId="{F25B8493-18D9-453C-B093-3BBDDF9865D2}">
      <dgm:prSet/>
      <dgm:spPr/>
      <dgm:t>
        <a:bodyPr/>
        <a:lstStyle/>
        <a:p>
          <a:endParaRPr lang="en-GB"/>
        </a:p>
      </dgm:t>
    </dgm:pt>
    <dgm:pt modelId="{BF20C46D-0183-49AA-A052-BCF59A807E8E}" type="sibTrans" cxnId="{F25B8493-18D9-453C-B093-3BBDDF9865D2}">
      <dgm:prSet/>
      <dgm:spPr/>
      <dgm:t>
        <a:bodyPr/>
        <a:lstStyle/>
        <a:p>
          <a:endParaRPr lang="en-GB"/>
        </a:p>
      </dgm:t>
    </dgm:pt>
    <dgm:pt modelId="{4B42A5A9-1CB5-49DF-9C4B-7D7CFE2B7F49}">
      <dgm:prSet/>
      <dgm:spPr/>
      <dgm:t>
        <a:bodyPr/>
        <a:lstStyle/>
        <a:p>
          <a:r>
            <a:rPr lang="en-GB" b="1" dirty="0"/>
            <a:t>2. Transform </a:t>
          </a:r>
          <a:r>
            <a:rPr lang="en-GB" b="0" dirty="0"/>
            <a:t>and Cleanse the Data</a:t>
          </a:r>
          <a:endParaRPr lang="en-GB" dirty="0"/>
        </a:p>
      </dgm:t>
    </dgm:pt>
    <dgm:pt modelId="{0A16A8A4-EEAD-486D-A04C-0232F0D33AE4}" type="parTrans" cxnId="{80144D9D-6A3C-4F7B-B5EE-A1F750ACC3E3}">
      <dgm:prSet/>
      <dgm:spPr/>
      <dgm:t>
        <a:bodyPr/>
        <a:lstStyle/>
        <a:p>
          <a:endParaRPr lang="en-GB"/>
        </a:p>
      </dgm:t>
    </dgm:pt>
    <dgm:pt modelId="{B3AE7977-CE38-4019-A345-B322ECA51E9D}" type="sibTrans" cxnId="{80144D9D-6A3C-4F7B-B5EE-A1F750ACC3E3}">
      <dgm:prSet/>
      <dgm:spPr/>
      <dgm:t>
        <a:bodyPr/>
        <a:lstStyle/>
        <a:p>
          <a:endParaRPr lang="en-GB"/>
        </a:p>
      </dgm:t>
    </dgm:pt>
    <dgm:pt modelId="{CA3B02BA-42D1-42B9-8A73-A5914AA64092}">
      <dgm:prSet/>
      <dgm:spPr/>
      <dgm:t>
        <a:bodyPr/>
        <a:lstStyle/>
        <a:p>
          <a:r>
            <a:rPr lang="en-GB" b="0"/>
            <a:t>Remove unwanted rows and columns</a:t>
          </a:r>
          <a:endParaRPr lang="en-GB" dirty="0"/>
        </a:p>
      </dgm:t>
    </dgm:pt>
    <dgm:pt modelId="{6663B170-B1B1-4DEC-BB2E-DAA667F77EDD}" type="parTrans" cxnId="{6373EAE7-CF16-47F1-BC12-3F9165F71D86}">
      <dgm:prSet/>
      <dgm:spPr/>
      <dgm:t>
        <a:bodyPr/>
        <a:lstStyle/>
        <a:p>
          <a:endParaRPr lang="en-GB"/>
        </a:p>
      </dgm:t>
    </dgm:pt>
    <dgm:pt modelId="{2F59832E-7FD5-48D7-9F57-03A6E70C5B2E}" type="sibTrans" cxnId="{6373EAE7-CF16-47F1-BC12-3F9165F71D86}">
      <dgm:prSet/>
      <dgm:spPr/>
      <dgm:t>
        <a:bodyPr/>
        <a:lstStyle/>
        <a:p>
          <a:endParaRPr lang="en-GB"/>
        </a:p>
      </dgm:t>
    </dgm:pt>
    <dgm:pt modelId="{5F0957AC-76C7-48B3-A22A-B6C40EE68DE0}">
      <dgm:prSet/>
      <dgm:spPr/>
      <dgm:t>
        <a:bodyPr/>
        <a:lstStyle/>
        <a:p>
          <a:r>
            <a:rPr lang="en-GB" b="0" dirty="0"/>
            <a:t>Change data types</a:t>
          </a:r>
          <a:endParaRPr lang="en-GB" dirty="0"/>
        </a:p>
      </dgm:t>
    </dgm:pt>
    <dgm:pt modelId="{604553E0-B952-4BBF-AEF8-8464EE121129}" type="parTrans" cxnId="{44C68577-537C-4AAD-A701-1FCAE44EFAC5}">
      <dgm:prSet/>
      <dgm:spPr/>
      <dgm:t>
        <a:bodyPr/>
        <a:lstStyle/>
        <a:p>
          <a:endParaRPr lang="en-GB"/>
        </a:p>
      </dgm:t>
    </dgm:pt>
    <dgm:pt modelId="{68EF7FF7-3E17-4268-BD74-8C3B98B41B6B}" type="sibTrans" cxnId="{44C68577-537C-4AAD-A701-1FCAE44EFAC5}">
      <dgm:prSet/>
      <dgm:spPr/>
      <dgm:t>
        <a:bodyPr/>
        <a:lstStyle/>
        <a:p>
          <a:endParaRPr lang="en-GB"/>
        </a:p>
      </dgm:t>
    </dgm:pt>
    <dgm:pt modelId="{6EEB7482-A62C-4DF8-B5F2-96BA5013D8DC}">
      <dgm:prSet/>
      <dgm:spPr/>
      <dgm:t>
        <a:bodyPr/>
        <a:lstStyle/>
        <a:p>
          <a:r>
            <a:rPr lang="en-GB" b="0" dirty="0"/>
            <a:t>Replace values</a:t>
          </a:r>
          <a:endParaRPr lang="en-GB" dirty="0"/>
        </a:p>
      </dgm:t>
    </dgm:pt>
    <dgm:pt modelId="{2138E5E1-B276-40DB-996D-545899ACBE85}" type="parTrans" cxnId="{AAC39354-385C-4CFD-BE9F-CAABFA2ECD58}">
      <dgm:prSet/>
      <dgm:spPr/>
      <dgm:t>
        <a:bodyPr/>
        <a:lstStyle/>
        <a:p>
          <a:endParaRPr lang="en-GB"/>
        </a:p>
      </dgm:t>
    </dgm:pt>
    <dgm:pt modelId="{E616772A-6B0D-49F4-8BFA-260DDA0E20F4}" type="sibTrans" cxnId="{AAC39354-385C-4CFD-BE9F-CAABFA2ECD58}">
      <dgm:prSet/>
      <dgm:spPr/>
      <dgm:t>
        <a:bodyPr/>
        <a:lstStyle/>
        <a:p>
          <a:endParaRPr lang="en-GB"/>
        </a:p>
      </dgm:t>
    </dgm:pt>
    <dgm:pt modelId="{F47079D3-A1F8-499C-9AE3-90880556DE37}">
      <dgm:prSet/>
      <dgm:spPr/>
      <dgm:t>
        <a:bodyPr/>
        <a:lstStyle/>
        <a:p>
          <a:r>
            <a:rPr lang="en-GB" b="0" dirty="0"/>
            <a:t>3. Create the Data </a:t>
          </a:r>
          <a:r>
            <a:rPr lang="en-GB" b="1" dirty="0"/>
            <a:t>Model</a:t>
          </a:r>
        </a:p>
      </dgm:t>
    </dgm:pt>
    <dgm:pt modelId="{67318ED2-EAD9-477F-BBC3-D986DBA0D86E}" type="parTrans" cxnId="{A174EBF4-B865-46BF-96EB-9E2847910E0C}">
      <dgm:prSet/>
      <dgm:spPr/>
      <dgm:t>
        <a:bodyPr/>
        <a:lstStyle/>
        <a:p>
          <a:endParaRPr lang="en-GB"/>
        </a:p>
      </dgm:t>
    </dgm:pt>
    <dgm:pt modelId="{EA5759BC-68B5-490B-84C5-10B7D862CDB0}" type="sibTrans" cxnId="{A174EBF4-B865-46BF-96EB-9E2847910E0C}">
      <dgm:prSet/>
      <dgm:spPr/>
      <dgm:t>
        <a:bodyPr/>
        <a:lstStyle/>
        <a:p>
          <a:endParaRPr lang="en-GB"/>
        </a:p>
      </dgm:t>
    </dgm:pt>
    <dgm:pt modelId="{E4888DC4-0C0F-4420-9AE2-1F669C0CFE67}">
      <dgm:prSet/>
      <dgm:spPr/>
      <dgm:t>
        <a:bodyPr/>
        <a:lstStyle/>
        <a:p>
          <a:r>
            <a:rPr lang="en-GB" b="0"/>
            <a:t>Define relationship connections</a:t>
          </a:r>
          <a:endParaRPr lang="en-GB" dirty="0"/>
        </a:p>
      </dgm:t>
    </dgm:pt>
    <dgm:pt modelId="{94D1AA63-72D1-46FF-9708-C83AE2AF54B5}" type="parTrans" cxnId="{BC247245-0BEB-4263-8A9A-8BEB5DFD6712}">
      <dgm:prSet/>
      <dgm:spPr/>
      <dgm:t>
        <a:bodyPr/>
        <a:lstStyle/>
        <a:p>
          <a:endParaRPr lang="en-GB"/>
        </a:p>
      </dgm:t>
    </dgm:pt>
    <dgm:pt modelId="{186728F9-25B0-494E-AA99-74054E464E48}" type="sibTrans" cxnId="{BC247245-0BEB-4263-8A9A-8BEB5DFD6712}">
      <dgm:prSet/>
      <dgm:spPr/>
      <dgm:t>
        <a:bodyPr/>
        <a:lstStyle/>
        <a:p>
          <a:endParaRPr lang="en-GB"/>
        </a:p>
      </dgm:t>
    </dgm:pt>
    <dgm:pt modelId="{7A56B92A-A251-4F43-9C88-E49656BA0DFA}">
      <dgm:prSet/>
      <dgm:spPr/>
      <dgm:t>
        <a:bodyPr/>
        <a:lstStyle/>
        <a:p>
          <a:r>
            <a:rPr lang="en-GB" b="0"/>
            <a:t>Create calculated columns</a:t>
          </a:r>
          <a:endParaRPr lang="en-GB" dirty="0"/>
        </a:p>
      </dgm:t>
    </dgm:pt>
    <dgm:pt modelId="{D3461FFC-10E3-4108-8EFC-4B10C46DC599}" type="parTrans" cxnId="{CAE4F547-1C26-4901-99AB-A54D57F85EC7}">
      <dgm:prSet/>
      <dgm:spPr/>
      <dgm:t>
        <a:bodyPr/>
        <a:lstStyle/>
        <a:p>
          <a:endParaRPr lang="en-GB"/>
        </a:p>
      </dgm:t>
    </dgm:pt>
    <dgm:pt modelId="{51C8CFD8-04DD-4582-AF12-2D5C284A896E}" type="sibTrans" cxnId="{CAE4F547-1C26-4901-99AB-A54D57F85EC7}">
      <dgm:prSet/>
      <dgm:spPr/>
      <dgm:t>
        <a:bodyPr/>
        <a:lstStyle/>
        <a:p>
          <a:endParaRPr lang="en-GB"/>
        </a:p>
      </dgm:t>
    </dgm:pt>
    <dgm:pt modelId="{B03238D4-A65B-4343-A86D-34DDA02B62FE}">
      <dgm:prSet/>
      <dgm:spPr/>
      <dgm:t>
        <a:bodyPr/>
        <a:lstStyle/>
        <a:p>
          <a:r>
            <a:rPr lang="en-GB" b="0"/>
            <a:t>Create measures</a:t>
          </a:r>
          <a:endParaRPr lang="en-GB" dirty="0"/>
        </a:p>
      </dgm:t>
    </dgm:pt>
    <dgm:pt modelId="{F882FBBE-47D7-47A8-895B-3A0961F813D8}" type="parTrans" cxnId="{A65E8ACC-82B6-40EB-BE9C-A54DD4D0A92F}">
      <dgm:prSet/>
      <dgm:spPr/>
      <dgm:t>
        <a:bodyPr/>
        <a:lstStyle/>
        <a:p>
          <a:endParaRPr lang="en-GB"/>
        </a:p>
      </dgm:t>
    </dgm:pt>
    <dgm:pt modelId="{B9F7870D-5D34-406C-873B-8ADF7038F9CA}" type="sibTrans" cxnId="{A65E8ACC-82B6-40EB-BE9C-A54DD4D0A92F}">
      <dgm:prSet/>
      <dgm:spPr/>
      <dgm:t>
        <a:bodyPr/>
        <a:lstStyle/>
        <a:p>
          <a:endParaRPr lang="en-GB"/>
        </a:p>
      </dgm:t>
    </dgm:pt>
    <dgm:pt modelId="{4DFFC473-8D66-4E76-AAC5-A3FC6A5A926A}">
      <dgm:prSet/>
      <dgm:spPr/>
      <dgm:t>
        <a:bodyPr/>
        <a:lstStyle/>
        <a:p>
          <a:r>
            <a:rPr lang="en-GB" b="0" dirty="0"/>
            <a:t>4. </a:t>
          </a:r>
          <a:r>
            <a:rPr lang="en-GB" b="1" dirty="0"/>
            <a:t>Visualise</a:t>
          </a:r>
          <a:r>
            <a:rPr lang="en-GB" b="0" dirty="0"/>
            <a:t> Your Data</a:t>
          </a:r>
          <a:endParaRPr lang="en-GB" dirty="0"/>
        </a:p>
      </dgm:t>
    </dgm:pt>
    <dgm:pt modelId="{695CD557-CB16-45AF-B5EE-C6C5835C0A30}" type="parTrans" cxnId="{455F51FF-7815-48A4-8B1C-06C01857E81B}">
      <dgm:prSet/>
      <dgm:spPr/>
      <dgm:t>
        <a:bodyPr/>
        <a:lstStyle/>
        <a:p>
          <a:endParaRPr lang="en-GB"/>
        </a:p>
      </dgm:t>
    </dgm:pt>
    <dgm:pt modelId="{D815BC9B-1F72-4CA2-8D36-064AF45588BD}" type="sibTrans" cxnId="{455F51FF-7815-48A4-8B1C-06C01857E81B}">
      <dgm:prSet/>
      <dgm:spPr/>
      <dgm:t>
        <a:bodyPr/>
        <a:lstStyle/>
        <a:p>
          <a:endParaRPr lang="en-GB"/>
        </a:p>
      </dgm:t>
    </dgm:pt>
    <dgm:pt modelId="{419CDF45-8B18-4284-9917-597D739FEE59}">
      <dgm:prSet/>
      <dgm:spPr/>
      <dgm:t>
        <a:bodyPr/>
        <a:lstStyle/>
        <a:p>
          <a:r>
            <a:rPr lang="en-GB" sz="1300" b="0" kern="1200" dirty="0"/>
            <a:t>Create reports</a:t>
          </a:r>
          <a:endParaRPr lang="en-GB" sz="1300" kern="1200" dirty="0"/>
        </a:p>
      </dgm:t>
    </dgm:pt>
    <dgm:pt modelId="{F4528D9A-F3FA-4D51-A83C-380DFE6E6A0E}" type="parTrans" cxnId="{8D1DF2AC-E574-45B0-9E77-C269AE567DD3}">
      <dgm:prSet/>
      <dgm:spPr/>
      <dgm:t>
        <a:bodyPr/>
        <a:lstStyle/>
        <a:p>
          <a:endParaRPr lang="en-GB"/>
        </a:p>
      </dgm:t>
    </dgm:pt>
    <dgm:pt modelId="{4FBDCF8B-C2A4-4821-B216-810AC5642402}" type="sibTrans" cxnId="{8D1DF2AC-E574-45B0-9E77-C269AE567DD3}">
      <dgm:prSet/>
      <dgm:spPr/>
      <dgm:t>
        <a:bodyPr/>
        <a:lstStyle/>
        <a:p>
          <a:endParaRPr lang="en-GB"/>
        </a:p>
      </dgm:t>
    </dgm:pt>
    <dgm:pt modelId="{D6B4E549-09EE-4CCC-9129-A423360E73E1}">
      <dgm:prSet/>
      <dgm:spPr/>
      <dgm:t>
        <a:bodyPr/>
        <a:lstStyle/>
        <a:p>
          <a:r>
            <a:rPr lang="en-GB" sz="1300" b="0" kern="1200" dirty="0"/>
            <a:t>Add visualisations</a:t>
          </a:r>
          <a:endParaRPr lang="en-GB" sz="1300" kern="1200" dirty="0"/>
        </a:p>
      </dgm:t>
    </dgm:pt>
    <dgm:pt modelId="{9D57BE54-E904-416C-A36D-35F9B04C46CE}" type="parTrans" cxnId="{5BB10C99-84F5-4759-A1E2-C7A0D0577131}">
      <dgm:prSet/>
      <dgm:spPr/>
      <dgm:t>
        <a:bodyPr/>
        <a:lstStyle/>
        <a:p>
          <a:endParaRPr lang="en-GB"/>
        </a:p>
      </dgm:t>
    </dgm:pt>
    <dgm:pt modelId="{D897AB33-45A5-418B-9071-DF45D0D107AC}" type="sibTrans" cxnId="{5BB10C99-84F5-4759-A1E2-C7A0D0577131}">
      <dgm:prSet/>
      <dgm:spPr/>
      <dgm:t>
        <a:bodyPr/>
        <a:lstStyle/>
        <a:p>
          <a:endParaRPr lang="en-GB"/>
        </a:p>
      </dgm:t>
    </dgm:pt>
    <dgm:pt modelId="{1706FC20-0E22-4D86-8E37-BBCB5515CE49}">
      <dgm:prSet custT="1"/>
      <dgm:spPr/>
      <dgm:t>
        <a:bodyPr/>
        <a:lstStyle/>
        <a:p>
          <a:r>
            <a:rPr lang="en-GB" sz="1300" b="0" kern="1200">
              <a:latin typeface="Calibri" panose="020F0502020204030204"/>
              <a:ea typeface="+mn-ea"/>
              <a:cs typeface="+mn-cs"/>
            </a:rPr>
            <a:t>Select visualisations</a:t>
          </a:r>
          <a:endParaRPr lang="en-GB" sz="1300" b="0" kern="1200" dirty="0">
            <a:latin typeface="Calibri" panose="020F0502020204030204"/>
            <a:ea typeface="+mn-ea"/>
            <a:cs typeface="+mn-cs"/>
          </a:endParaRPr>
        </a:p>
      </dgm:t>
    </dgm:pt>
    <dgm:pt modelId="{D61CC6C0-4C88-4CE2-BF4C-5AC8E4BC9511}" type="parTrans" cxnId="{72DD99C1-8BD1-4A91-959D-F7E4E0A936A2}">
      <dgm:prSet/>
      <dgm:spPr/>
      <dgm:t>
        <a:bodyPr/>
        <a:lstStyle/>
        <a:p>
          <a:endParaRPr lang="en-GB"/>
        </a:p>
      </dgm:t>
    </dgm:pt>
    <dgm:pt modelId="{6F1C72D5-5CF6-425A-BC96-F83D8994795A}" type="sibTrans" cxnId="{72DD99C1-8BD1-4A91-959D-F7E4E0A936A2}">
      <dgm:prSet/>
      <dgm:spPr/>
      <dgm:t>
        <a:bodyPr/>
        <a:lstStyle/>
        <a:p>
          <a:endParaRPr lang="en-GB"/>
        </a:p>
      </dgm:t>
    </dgm:pt>
    <dgm:pt modelId="{6BB5AA68-5617-4CF8-A60F-09DFBC054D69}">
      <dgm:prSet/>
      <dgm:spPr/>
      <dgm:t>
        <a:bodyPr/>
        <a:lstStyle/>
        <a:p>
          <a:r>
            <a:rPr lang="en-GB" b="0" dirty="0"/>
            <a:t>SQL Server</a:t>
          </a:r>
          <a:endParaRPr lang="en-GB" dirty="0"/>
        </a:p>
      </dgm:t>
    </dgm:pt>
    <dgm:pt modelId="{948BD3B9-134A-4085-B1C1-8D8D1C1D130A}" type="parTrans" cxnId="{9B688353-0B84-4A1D-9776-E03130B439CD}">
      <dgm:prSet/>
      <dgm:spPr/>
      <dgm:t>
        <a:bodyPr/>
        <a:lstStyle/>
        <a:p>
          <a:endParaRPr lang="en-GB"/>
        </a:p>
      </dgm:t>
    </dgm:pt>
    <dgm:pt modelId="{B381C19D-00DC-438C-8395-7CE5A272FAA4}" type="sibTrans" cxnId="{9B688353-0B84-4A1D-9776-E03130B439CD}">
      <dgm:prSet/>
      <dgm:spPr/>
      <dgm:t>
        <a:bodyPr/>
        <a:lstStyle/>
        <a:p>
          <a:endParaRPr lang="en-GB"/>
        </a:p>
      </dgm:t>
    </dgm:pt>
    <dgm:pt modelId="{689FAE2B-5D90-4A14-B336-2C9226D3151D}">
      <dgm:prSet/>
      <dgm:spPr/>
      <dgm:t>
        <a:bodyPr/>
        <a:lstStyle/>
        <a:p>
          <a:r>
            <a:rPr lang="en-GB" b="0" dirty="0"/>
            <a:t>SharePoint</a:t>
          </a:r>
          <a:endParaRPr lang="en-GB" dirty="0"/>
        </a:p>
      </dgm:t>
    </dgm:pt>
    <dgm:pt modelId="{F762829B-F118-465D-BD67-27AC6A534A14}" type="parTrans" cxnId="{E9565582-1ABE-40C0-8C96-A58906363691}">
      <dgm:prSet/>
      <dgm:spPr/>
      <dgm:t>
        <a:bodyPr/>
        <a:lstStyle/>
        <a:p>
          <a:endParaRPr lang="en-GB"/>
        </a:p>
      </dgm:t>
    </dgm:pt>
    <dgm:pt modelId="{C4D04FC8-F2E4-4128-9EE7-012D8412F19F}" type="sibTrans" cxnId="{E9565582-1ABE-40C0-8C96-A58906363691}">
      <dgm:prSet/>
      <dgm:spPr/>
      <dgm:t>
        <a:bodyPr/>
        <a:lstStyle/>
        <a:p>
          <a:endParaRPr lang="en-GB"/>
        </a:p>
      </dgm:t>
    </dgm:pt>
    <dgm:pt modelId="{792B6D60-4E5F-4E87-9EC3-079D54FB52A7}">
      <dgm:prSet/>
      <dgm:spPr/>
      <dgm:t>
        <a:bodyPr/>
        <a:lstStyle/>
        <a:p>
          <a:r>
            <a:rPr lang="en-GB" b="0" dirty="0"/>
            <a:t>Web URL</a:t>
          </a:r>
          <a:endParaRPr lang="en-GB" dirty="0"/>
        </a:p>
      </dgm:t>
    </dgm:pt>
    <dgm:pt modelId="{AF1D406E-E415-4483-AC93-20907BED0CBB}" type="parTrans" cxnId="{4BA1EEE4-5BD1-4772-BAC3-1667735330A5}">
      <dgm:prSet/>
      <dgm:spPr/>
      <dgm:t>
        <a:bodyPr/>
        <a:lstStyle/>
        <a:p>
          <a:endParaRPr lang="en-GB"/>
        </a:p>
      </dgm:t>
    </dgm:pt>
    <dgm:pt modelId="{410CF054-559D-4133-9586-C6129F696F64}" type="sibTrans" cxnId="{4BA1EEE4-5BD1-4772-BAC3-1667735330A5}">
      <dgm:prSet/>
      <dgm:spPr/>
      <dgm:t>
        <a:bodyPr/>
        <a:lstStyle/>
        <a:p>
          <a:endParaRPr lang="en-GB"/>
        </a:p>
      </dgm:t>
    </dgm:pt>
    <dgm:pt modelId="{83F0E94A-8F31-4783-84F3-EC5E78EF6FF8}">
      <dgm:prSet/>
      <dgm:spPr/>
      <dgm:t>
        <a:bodyPr/>
        <a:lstStyle/>
        <a:p>
          <a:r>
            <a:rPr lang="en-GB" b="0" dirty="0"/>
            <a:t>PDF</a:t>
          </a:r>
          <a:endParaRPr lang="en-GB" dirty="0"/>
        </a:p>
      </dgm:t>
    </dgm:pt>
    <dgm:pt modelId="{494BCA93-34C0-499B-8E48-4061B2D3EAAA}" type="parTrans" cxnId="{94493BB6-32F3-431F-AD45-E1A58E1A4A75}">
      <dgm:prSet/>
      <dgm:spPr/>
      <dgm:t>
        <a:bodyPr/>
        <a:lstStyle/>
        <a:p>
          <a:endParaRPr lang="en-GB"/>
        </a:p>
      </dgm:t>
    </dgm:pt>
    <dgm:pt modelId="{6CB012FC-C33F-4F81-9A2D-0B8EAF250349}" type="sibTrans" cxnId="{94493BB6-32F3-431F-AD45-E1A58E1A4A75}">
      <dgm:prSet/>
      <dgm:spPr/>
      <dgm:t>
        <a:bodyPr/>
        <a:lstStyle/>
        <a:p>
          <a:endParaRPr lang="en-GB"/>
        </a:p>
      </dgm:t>
    </dgm:pt>
    <dgm:pt modelId="{F5103ABD-84C0-434A-B8BE-66A5378394FF}" type="pres">
      <dgm:prSet presAssocID="{C5CC337E-A9EC-4FBB-916B-8CB42E3141CD}" presName="cycleMatrixDiagram" presStyleCnt="0">
        <dgm:presLayoutVars>
          <dgm:chMax val="1"/>
          <dgm:dir/>
          <dgm:animLvl val="lvl"/>
          <dgm:resizeHandles val="exact"/>
        </dgm:presLayoutVars>
      </dgm:prSet>
      <dgm:spPr/>
    </dgm:pt>
    <dgm:pt modelId="{085B4368-7F62-42BE-B87D-A661F89F016A}" type="pres">
      <dgm:prSet presAssocID="{C5CC337E-A9EC-4FBB-916B-8CB42E3141CD}" presName="children" presStyleCnt="0"/>
      <dgm:spPr/>
    </dgm:pt>
    <dgm:pt modelId="{ACC3D3B2-A9CD-4313-A795-0F21192F4640}" type="pres">
      <dgm:prSet presAssocID="{C5CC337E-A9EC-4FBB-916B-8CB42E3141CD}" presName="child1group" presStyleCnt="0"/>
      <dgm:spPr/>
    </dgm:pt>
    <dgm:pt modelId="{8D85BBF9-417A-4EF5-9957-B1D5FC28867D}" type="pres">
      <dgm:prSet presAssocID="{C5CC337E-A9EC-4FBB-916B-8CB42E3141CD}" presName="child1" presStyleLbl="bgAcc1" presStyleIdx="0" presStyleCnt="4"/>
      <dgm:spPr/>
    </dgm:pt>
    <dgm:pt modelId="{D522A119-8CA9-4AF2-8163-7E0079A1C817}" type="pres">
      <dgm:prSet presAssocID="{C5CC337E-A9EC-4FBB-916B-8CB42E3141CD}" presName="child1Text" presStyleLbl="bgAcc1" presStyleIdx="0" presStyleCnt="4">
        <dgm:presLayoutVars>
          <dgm:bulletEnabled val="1"/>
        </dgm:presLayoutVars>
      </dgm:prSet>
      <dgm:spPr/>
    </dgm:pt>
    <dgm:pt modelId="{BB703EF5-C228-498B-AE7C-5B0E41072868}" type="pres">
      <dgm:prSet presAssocID="{C5CC337E-A9EC-4FBB-916B-8CB42E3141CD}" presName="child2group" presStyleCnt="0"/>
      <dgm:spPr/>
    </dgm:pt>
    <dgm:pt modelId="{5DDA297E-997F-4BE4-8CFC-D3ADD55EF487}" type="pres">
      <dgm:prSet presAssocID="{C5CC337E-A9EC-4FBB-916B-8CB42E3141CD}" presName="child2" presStyleLbl="bgAcc1" presStyleIdx="1" presStyleCnt="4"/>
      <dgm:spPr/>
    </dgm:pt>
    <dgm:pt modelId="{F8CAB921-E4D8-442F-BD8F-ED6B201EF8C0}" type="pres">
      <dgm:prSet presAssocID="{C5CC337E-A9EC-4FBB-916B-8CB42E3141CD}" presName="child2Text" presStyleLbl="bgAcc1" presStyleIdx="1" presStyleCnt="4">
        <dgm:presLayoutVars>
          <dgm:bulletEnabled val="1"/>
        </dgm:presLayoutVars>
      </dgm:prSet>
      <dgm:spPr/>
    </dgm:pt>
    <dgm:pt modelId="{88C293AA-D4FF-4D01-A825-F439D33B8274}" type="pres">
      <dgm:prSet presAssocID="{C5CC337E-A9EC-4FBB-916B-8CB42E3141CD}" presName="child3group" presStyleCnt="0"/>
      <dgm:spPr/>
    </dgm:pt>
    <dgm:pt modelId="{FA96E997-2D08-4F4B-AAAB-BF5B72DEC7E3}" type="pres">
      <dgm:prSet presAssocID="{C5CC337E-A9EC-4FBB-916B-8CB42E3141CD}" presName="child3" presStyleLbl="bgAcc1" presStyleIdx="2" presStyleCnt="4"/>
      <dgm:spPr/>
    </dgm:pt>
    <dgm:pt modelId="{F972A4B9-D4EA-465D-B89A-D862CFC3F015}" type="pres">
      <dgm:prSet presAssocID="{C5CC337E-A9EC-4FBB-916B-8CB42E3141CD}" presName="child3Text" presStyleLbl="bgAcc1" presStyleIdx="2" presStyleCnt="4">
        <dgm:presLayoutVars>
          <dgm:bulletEnabled val="1"/>
        </dgm:presLayoutVars>
      </dgm:prSet>
      <dgm:spPr/>
    </dgm:pt>
    <dgm:pt modelId="{07422CE9-FC9D-4FC2-AB28-B97854299BD7}" type="pres">
      <dgm:prSet presAssocID="{C5CC337E-A9EC-4FBB-916B-8CB42E3141CD}" presName="child4group" presStyleCnt="0"/>
      <dgm:spPr/>
    </dgm:pt>
    <dgm:pt modelId="{7EBBCC91-1DB2-44D3-879D-F2AD192FA1EA}" type="pres">
      <dgm:prSet presAssocID="{C5CC337E-A9EC-4FBB-916B-8CB42E3141CD}" presName="child4" presStyleLbl="bgAcc1" presStyleIdx="3" presStyleCnt="4"/>
      <dgm:spPr/>
    </dgm:pt>
    <dgm:pt modelId="{A9335DFF-DB97-491E-8FCA-A7A49A5E09A7}" type="pres">
      <dgm:prSet presAssocID="{C5CC337E-A9EC-4FBB-916B-8CB42E3141CD}" presName="child4Text" presStyleLbl="bgAcc1" presStyleIdx="3" presStyleCnt="4">
        <dgm:presLayoutVars>
          <dgm:bulletEnabled val="1"/>
        </dgm:presLayoutVars>
      </dgm:prSet>
      <dgm:spPr/>
    </dgm:pt>
    <dgm:pt modelId="{92AD2813-20E0-4983-97F0-49C8F367DBBF}" type="pres">
      <dgm:prSet presAssocID="{C5CC337E-A9EC-4FBB-916B-8CB42E3141CD}" presName="childPlaceholder" presStyleCnt="0"/>
      <dgm:spPr/>
    </dgm:pt>
    <dgm:pt modelId="{3A356401-33A9-4ABF-8BD9-BAF769E977D9}" type="pres">
      <dgm:prSet presAssocID="{C5CC337E-A9EC-4FBB-916B-8CB42E3141CD}" presName="circle" presStyleCnt="0"/>
      <dgm:spPr/>
    </dgm:pt>
    <dgm:pt modelId="{2150A470-3914-48EF-9B82-AB9E64F99568}" type="pres">
      <dgm:prSet presAssocID="{C5CC337E-A9EC-4FBB-916B-8CB42E3141CD}" presName="quadrant1" presStyleLbl="node1" presStyleIdx="0" presStyleCnt="4">
        <dgm:presLayoutVars>
          <dgm:chMax val="1"/>
          <dgm:bulletEnabled val="1"/>
        </dgm:presLayoutVars>
      </dgm:prSet>
      <dgm:spPr/>
    </dgm:pt>
    <dgm:pt modelId="{0BD4C12E-9C24-4312-B1EF-A91AC5985FA1}" type="pres">
      <dgm:prSet presAssocID="{C5CC337E-A9EC-4FBB-916B-8CB42E3141CD}" presName="quadrant2" presStyleLbl="node1" presStyleIdx="1" presStyleCnt="4">
        <dgm:presLayoutVars>
          <dgm:chMax val="1"/>
          <dgm:bulletEnabled val="1"/>
        </dgm:presLayoutVars>
      </dgm:prSet>
      <dgm:spPr/>
    </dgm:pt>
    <dgm:pt modelId="{588684A9-DDEE-4220-A215-25F1F4A3C22D}" type="pres">
      <dgm:prSet presAssocID="{C5CC337E-A9EC-4FBB-916B-8CB42E3141CD}" presName="quadrant3" presStyleLbl="node1" presStyleIdx="2" presStyleCnt="4">
        <dgm:presLayoutVars>
          <dgm:chMax val="1"/>
          <dgm:bulletEnabled val="1"/>
        </dgm:presLayoutVars>
      </dgm:prSet>
      <dgm:spPr/>
    </dgm:pt>
    <dgm:pt modelId="{52CCC07C-E1C8-4012-A285-2EE343A5B4FF}" type="pres">
      <dgm:prSet presAssocID="{C5CC337E-A9EC-4FBB-916B-8CB42E3141CD}" presName="quadrant4" presStyleLbl="node1" presStyleIdx="3" presStyleCnt="4">
        <dgm:presLayoutVars>
          <dgm:chMax val="1"/>
          <dgm:bulletEnabled val="1"/>
        </dgm:presLayoutVars>
      </dgm:prSet>
      <dgm:spPr/>
    </dgm:pt>
    <dgm:pt modelId="{B2423207-5880-4290-A75A-F96C773479E9}" type="pres">
      <dgm:prSet presAssocID="{C5CC337E-A9EC-4FBB-916B-8CB42E3141CD}" presName="quadrantPlaceholder" presStyleCnt="0"/>
      <dgm:spPr/>
    </dgm:pt>
    <dgm:pt modelId="{C4BD7E07-A0B5-4F24-BD29-128010FA9DC4}" type="pres">
      <dgm:prSet presAssocID="{C5CC337E-A9EC-4FBB-916B-8CB42E3141CD}" presName="center1" presStyleLbl="fgShp" presStyleIdx="0" presStyleCnt="2"/>
      <dgm:spPr/>
    </dgm:pt>
    <dgm:pt modelId="{4A0DE967-9BA4-45A7-9383-E432843AB030}" type="pres">
      <dgm:prSet presAssocID="{C5CC337E-A9EC-4FBB-916B-8CB42E3141CD}" presName="center2" presStyleLbl="fgShp" presStyleIdx="1" presStyleCnt="2"/>
      <dgm:spPr/>
    </dgm:pt>
  </dgm:ptLst>
  <dgm:cxnLst>
    <dgm:cxn modelId="{3941230E-B438-4368-BFE4-8D3166266C1C}" type="presOf" srcId="{D6B4E549-09EE-4CCC-9129-A423360E73E1}" destId="{A9335DFF-DB97-491E-8FCA-A7A49A5E09A7}" srcOrd="1" destOrd="2" presId="urn:microsoft.com/office/officeart/2005/8/layout/cycle4"/>
    <dgm:cxn modelId="{9020AD0F-59A1-46FC-91AB-0BF2204F6D66}" type="presOf" srcId="{83F0E94A-8F31-4783-84F3-EC5E78EF6FF8}" destId="{D522A119-8CA9-4AF2-8163-7E0079A1C817}" srcOrd="1" destOrd="4" presId="urn:microsoft.com/office/officeart/2005/8/layout/cycle4"/>
    <dgm:cxn modelId="{1BB3A816-027F-4B33-B615-E9DF533A38E0}" type="presOf" srcId="{7A56B92A-A251-4F43-9C88-E49656BA0DFA}" destId="{FA96E997-2D08-4F4B-AAAB-BF5B72DEC7E3}" srcOrd="0" destOrd="1" presId="urn:microsoft.com/office/officeart/2005/8/layout/cycle4"/>
    <dgm:cxn modelId="{A5FB1917-29CF-4F08-A5F9-8C9E81965DFB}" type="presOf" srcId="{792B6D60-4E5F-4E87-9EC3-079D54FB52A7}" destId="{8D85BBF9-417A-4EF5-9957-B1D5FC28867D}" srcOrd="0" destOrd="3" presId="urn:microsoft.com/office/officeart/2005/8/layout/cycle4"/>
    <dgm:cxn modelId="{52233220-624E-457B-9CB2-8CE40AE54210}" type="presOf" srcId="{419CDF45-8B18-4284-9917-597D739FEE59}" destId="{A9335DFF-DB97-491E-8FCA-A7A49A5E09A7}" srcOrd="1" destOrd="0" presId="urn:microsoft.com/office/officeart/2005/8/layout/cycle4"/>
    <dgm:cxn modelId="{36E44625-52ED-4CCE-BB45-CEE175F1F0E0}" type="presOf" srcId="{D6B4E549-09EE-4CCC-9129-A423360E73E1}" destId="{7EBBCC91-1DB2-44D3-879D-F2AD192FA1EA}" srcOrd="0" destOrd="2" presId="urn:microsoft.com/office/officeart/2005/8/layout/cycle4"/>
    <dgm:cxn modelId="{FCCFF62C-65D8-4A2D-AA95-1AA09EB6A3BE}" type="presOf" srcId="{E4888DC4-0C0F-4420-9AE2-1F669C0CFE67}" destId="{FA96E997-2D08-4F4B-AAAB-BF5B72DEC7E3}" srcOrd="0" destOrd="0" presId="urn:microsoft.com/office/officeart/2005/8/layout/cycle4"/>
    <dgm:cxn modelId="{87DF5433-ADC0-494A-B163-79C8948DE4A6}" type="presOf" srcId="{1706FC20-0E22-4D86-8E37-BBCB5515CE49}" destId="{7EBBCC91-1DB2-44D3-879D-F2AD192FA1EA}" srcOrd="0" destOrd="1" presId="urn:microsoft.com/office/officeart/2005/8/layout/cycle4"/>
    <dgm:cxn modelId="{F77F2B5B-ACEE-42B8-8CB9-88FB35446501}" type="presOf" srcId="{83F0E94A-8F31-4783-84F3-EC5E78EF6FF8}" destId="{8D85BBF9-417A-4EF5-9957-B1D5FC28867D}" srcOrd="0" destOrd="4" presId="urn:microsoft.com/office/officeart/2005/8/layout/cycle4"/>
    <dgm:cxn modelId="{B0B27A64-4C7D-43F2-A22F-159FA2546EE7}" type="presOf" srcId="{6BB5AA68-5617-4CF8-A60F-09DFBC054D69}" destId="{D522A119-8CA9-4AF2-8163-7E0079A1C817}" srcOrd="1" destOrd="1" presId="urn:microsoft.com/office/officeart/2005/8/layout/cycle4"/>
    <dgm:cxn modelId="{BC247245-0BEB-4263-8A9A-8BEB5DFD6712}" srcId="{F47079D3-A1F8-499C-9AE3-90880556DE37}" destId="{E4888DC4-0C0F-4420-9AE2-1F669C0CFE67}" srcOrd="0" destOrd="0" parTransId="{94D1AA63-72D1-46FF-9708-C83AE2AF54B5}" sibTransId="{186728F9-25B0-494E-AA99-74054E464E48}"/>
    <dgm:cxn modelId="{E610B846-5737-48CF-B79A-AAEF630B2E92}" type="presOf" srcId="{4B42A5A9-1CB5-49DF-9C4B-7D7CFE2B7F49}" destId="{0BD4C12E-9C24-4312-B1EF-A91AC5985FA1}" srcOrd="0" destOrd="0" presId="urn:microsoft.com/office/officeart/2005/8/layout/cycle4"/>
    <dgm:cxn modelId="{776EBF47-359D-4780-B887-2F7CDB29E446}" type="presOf" srcId="{4E2515A0-9C37-4D11-84CD-08CDA6908718}" destId="{D522A119-8CA9-4AF2-8163-7E0079A1C817}" srcOrd="1" destOrd="0" presId="urn:microsoft.com/office/officeart/2005/8/layout/cycle4"/>
    <dgm:cxn modelId="{CAE4F547-1C26-4901-99AB-A54D57F85EC7}" srcId="{F47079D3-A1F8-499C-9AE3-90880556DE37}" destId="{7A56B92A-A251-4F43-9C88-E49656BA0DFA}" srcOrd="1" destOrd="0" parTransId="{D3461FFC-10E3-4108-8EFC-4B10C46DC599}" sibTransId="{51C8CFD8-04DD-4582-AF12-2D5C284A896E}"/>
    <dgm:cxn modelId="{1390244A-E2E4-4414-BE37-40872D677686}" type="presOf" srcId="{CA3B02BA-42D1-42B9-8A73-A5914AA64092}" destId="{F8CAB921-E4D8-442F-BD8F-ED6B201EF8C0}" srcOrd="1" destOrd="0" presId="urn:microsoft.com/office/officeart/2005/8/layout/cycle4"/>
    <dgm:cxn modelId="{692F634A-2FE4-482F-BF4C-80D3B7E536C1}" type="presOf" srcId="{CA3B02BA-42D1-42B9-8A73-A5914AA64092}" destId="{5DDA297E-997F-4BE4-8CFC-D3ADD55EF487}" srcOrd="0" destOrd="0" presId="urn:microsoft.com/office/officeart/2005/8/layout/cycle4"/>
    <dgm:cxn modelId="{18B0A36A-79E3-40DE-B62B-1B4796442F40}" type="presOf" srcId="{5F0957AC-76C7-48B3-A22A-B6C40EE68DE0}" destId="{5DDA297E-997F-4BE4-8CFC-D3ADD55EF487}" srcOrd="0" destOrd="1" presId="urn:microsoft.com/office/officeart/2005/8/layout/cycle4"/>
    <dgm:cxn modelId="{BDD3C96A-6AB9-4F26-8BF4-B0ED11FEEA21}" type="presOf" srcId="{4E2515A0-9C37-4D11-84CD-08CDA6908718}" destId="{8D85BBF9-417A-4EF5-9957-B1D5FC28867D}" srcOrd="0" destOrd="0" presId="urn:microsoft.com/office/officeart/2005/8/layout/cycle4"/>
    <dgm:cxn modelId="{7DFB2D4B-53C5-4A3B-AB2A-5862512C29D6}" srcId="{C5CC337E-A9EC-4FBB-916B-8CB42E3141CD}" destId="{0256CFA0-DC57-4AF9-8129-DB7CE98F9F9A}" srcOrd="0" destOrd="0" parTransId="{C34642B0-A8C0-4468-B72B-F94F5DBD93CD}" sibTransId="{855DB1EB-26A9-45FC-A16C-531B6F43799C}"/>
    <dgm:cxn modelId="{FD04196C-BC99-4EF6-B7AD-F00EA448281A}" type="presOf" srcId="{689FAE2B-5D90-4A14-B336-2C9226D3151D}" destId="{D522A119-8CA9-4AF2-8163-7E0079A1C817}" srcOrd="1" destOrd="2" presId="urn:microsoft.com/office/officeart/2005/8/layout/cycle4"/>
    <dgm:cxn modelId="{27A2AF6E-5DCC-48CE-BED3-7366CC4FB01B}" type="presOf" srcId="{792B6D60-4E5F-4E87-9EC3-079D54FB52A7}" destId="{D522A119-8CA9-4AF2-8163-7E0079A1C817}" srcOrd="1" destOrd="3" presId="urn:microsoft.com/office/officeart/2005/8/layout/cycle4"/>
    <dgm:cxn modelId="{9B688353-0B84-4A1D-9776-E03130B439CD}" srcId="{0256CFA0-DC57-4AF9-8129-DB7CE98F9F9A}" destId="{6BB5AA68-5617-4CF8-A60F-09DFBC054D69}" srcOrd="1" destOrd="0" parTransId="{948BD3B9-134A-4085-B1C1-8D8D1C1D130A}" sibTransId="{B381C19D-00DC-438C-8395-7CE5A272FAA4}"/>
    <dgm:cxn modelId="{BA83CF73-77B0-466A-A3CD-D97736FBD98E}" type="presOf" srcId="{E4888DC4-0C0F-4420-9AE2-1F669C0CFE67}" destId="{F972A4B9-D4EA-465D-B89A-D862CFC3F015}" srcOrd="1" destOrd="0" presId="urn:microsoft.com/office/officeart/2005/8/layout/cycle4"/>
    <dgm:cxn modelId="{AAC39354-385C-4CFD-BE9F-CAABFA2ECD58}" srcId="{4B42A5A9-1CB5-49DF-9C4B-7D7CFE2B7F49}" destId="{6EEB7482-A62C-4DF8-B5F2-96BA5013D8DC}" srcOrd="2" destOrd="0" parTransId="{2138E5E1-B276-40DB-996D-545899ACBE85}" sibTransId="{E616772A-6B0D-49F4-8BFA-260DDA0E20F4}"/>
    <dgm:cxn modelId="{44C68577-537C-4AAD-A701-1FCAE44EFAC5}" srcId="{4B42A5A9-1CB5-49DF-9C4B-7D7CFE2B7F49}" destId="{5F0957AC-76C7-48B3-A22A-B6C40EE68DE0}" srcOrd="1" destOrd="0" parTransId="{604553E0-B952-4BBF-AEF8-8464EE121129}" sibTransId="{68EF7FF7-3E17-4268-BD74-8C3B98B41B6B}"/>
    <dgm:cxn modelId="{6F7E717E-E0C0-43C3-A5AC-5B443D9F03CA}" type="presOf" srcId="{419CDF45-8B18-4284-9917-597D739FEE59}" destId="{7EBBCC91-1DB2-44D3-879D-F2AD192FA1EA}" srcOrd="0" destOrd="0" presId="urn:microsoft.com/office/officeart/2005/8/layout/cycle4"/>
    <dgm:cxn modelId="{E9565582-1ABE-40C0-8C96-A58906363691}" srcId="{0256CFA0-DC57-4AF9-8129-DB7CE98F9F9A}" destId="{689FAE2B-5D90-4A14-B336-2C9226D3151D}" srcOrd="2" destOrd="0" parTransId="{F762829B-F118-465D-BD67-27AC6A534A14}" sibTransId="{C4D04FC8-F2E4-4128-9EE7-012D8412F19F}"/>
    <dgm:cxn modelId="{845B3A86-09C8-447C-A6B4-62F9EB2E0F72}" type="presOf" srcId="{B03238D4-A65B-4343-A86D-34DDA02B62FE}" destId="{FA96E997-2D08-4F4B-AAAB-BF5B72DEC7E3}" srcOrd="0" destOrd="2" presId="urn:microsoft.com/office/officeart/2005/8/layout/cycle4"/>
    <dgm:cxn modelId="{5581D191-E6EF-4F83-8949-442A837260B7}" type="presOf" srcId="{1706FC20-0E22-4D86-8E37-BBCB5515CE49}" destId="{A9335DFF-DB97-491E-8FCA-A7A49A5E09A7}" srcOrd="1" destOrd="1" presId="urn:microsoft.com/office/officeart/2005/8/layout/cycle4"/>
    <dgm:cxn modelId="{F25B8493-18D9-453C-B093-3BBDDF9865D2}" srcId="{0256CFA0-DC57-4AF9-8129-DB7CE98F9F9A}" destId="{4E2515A0-9C37-4D11-84CD-08CDA6908718}" srcOrd="0" destOrd="0" parTransId="{82BBAF5F-340C-4D3A-BFF4-18558220307F}" sibTransId="{BF20C46D-0183-49AA-A052-BCF59A807E8E}"/>
    <dgm:cxn modelId="{5BB10C99-84F5-4759-A1E2-C7A0D0577131}" srcId="{4DFFC473-8D66-4E76-AAC5-A3FC6A5A926A}" destId="{D6B4E549-09EE-4CCC-9129-A423360E73E1}" srcOrd="2" destOrd="0" parTransId="{9D57BE54-E904-416C-A36D-35F9B04C46CE}" sibTransId="{D897AB33-45A5-418B-9071-DF45D0D107AC}"/>
    <dgm:cxn modelId="{FE0EB89B-9235-4909-9E6E-A05480D104AB}" type="presOf" srcId="{5F0957AC-76C7-48B3-A22A-B6C40EE68DE0}" destId="{F8CAB921-E4D8-442F-BD8F-ED6B201EF8C0}" srcOrd="1" destOrd="1" presId="urn:microsoft.com/office/officeart/2005/8/layout/cycle4"/>
    <dgm:cxn modelId="{80144D9D-6A3C-4F7B-B5EE-A1F750ACC3E3}" srcId="{C5CC337E-A9EC-4FBB-916B-8CB42E3141CD}" destId="{4B42A5A9-1CB5-49DF-9C4B-7D7CFE2B7F49}" srcOrd="1" destOrd="0" parTransId="{0A16A8A4-EEAD-486D-A04C-0232F0D33AE4}" sibTransId="{B3AE7977-CE38-4019-A345-B322ECA51E9D}"/>
    <dgm:cxn modelId="{82BB06A1-4798-45BA-8EF1-62EDD343D8C9}" type="presOf" srcId="{F47079D3-A1F8-499C-9AE3-90880556DE37}" destId="{588684A9-DDEE-4220-A215-25F1F4A3C22D}" srcOrd="0" destOrd="0" presId="urn:microsoft.com/office/officeart/2005/8/layout/cycle4"/>
    <dgm:cxn modelId="{AD9DDEA4-D8FC-4D93-88C1-A2E7BB69A359}" type="presOf" srcId="{6EEB7482-A62C-4DF8-B5F2-96BA5013D8DC}" destId="{5DDA297E-997F-4BE4-8CFC-D3ADD55EF487}" srcOrd="0" destOrd="2" presId="urn:microsoft.com/office/officeart/2005/8/layout/cycle4"/>
    <dgm:cxn modelId="{8FA92BAB-3F5F-4405-9F9C-79F5E150E7D6}" type="presOf" srcId="{7A56B92A-A251-4F43-9C88-E49656BA0DFA}" destId="{F972A4B9-D4EA-465D-B89A-D862CFC3F015}" srcOrd="1" destOrd="1" presId="urn:microsoft.com/office/officeart/2005/8/layout/cycle4"/>
    <dgm:cxn modelId="{8D1DF2AC-E574-45B0-9E77-C269AE567DD3}" srcId="{4DFFC473-8D66-4E76-AAC5-A3FC6A5A926A}" destId="{419CDF45-8B18-4284-9917-597D739FEE59}" srcOrd="0" destOrd="0" parTransId="{F4528D9A-F3FA-4D51-A83C-380DFE6E6A0E}" sibTransId="{4FBDCF8B-C2A4-4821-B216-810AC5642402}"/>
    <dgm:cxn modelId="{C354D9B2-8F61-4C29-9752-4F86AF2DCB4A}" type="presOf" srcId="{4DFFC473-8D66-4E76-AAC5-A3FC6A5A926A}" destId="{52CCC07C-E1C8-4012-A285-2EE343A5B4FF}" srcOrd="0" destOrd="0" presId="urn:microsoft.com/office/officeart/2005/8/layout/cycle4"/>
    <dgm:cxn modelId="{17993DB5-A4D4-4212-B1B0-64CED277DAA3}" type="presOf" srcId="{0256CFA0-DC57-4AF9-8129-DB7CE98F9F9A}" destId="{2150A470-3914-48EF-9B82-AB9E64F99568}" srcOrd="0" destOrd="0" presId="urn:microsoft.com/office/officeart/2005/8/layout/cycle4"/>
    <dgm:cxn modelId="{94493BB6-32F3-431F-AD45-E1A58E1A4A75}" srcId="{0256CFA0-DC57-4AF9-8129-DB7CE98F9F9A}" destId="{83F0E94A-8F31-4783-84F3-EC5E78EF6FF8}" srcOrd="4" destOrd="0" parTransId="{494BCA93-34C0-499B-8E48-4061B2D3EAAA}" sibTransId="{6CB012FC-C33F-4F81-9A2D-0B8EAF250349}"/>
    <dgm:cxn modelId="{CD84EEC0-481E-4AA5-B33D-0B3C8FE53A8F}" type="presOf" srcId="{689FAE2B-5D90-4A14-B336-2C9226D3151D}" destId="{8D85BBF9-417A-4EF5-9957-B1D5FC28867D}" srcOrd="0" destOrd="2" presId="urn:microsoft.com/office/officeart/2005/8/layout/cycle4"/>
    <dgm:cxn modelId="{72DD99C1-8BD1-4A91-959D-F7E4E0A936A2}" srcId="{4DFFC473-8D66-4E76-AAC5-A3FC6A5A926A}" destId="{1706FC20-0E22-4D86-8E37-BBCB5515CE49}" srcOrd="1" destOrd="0" parTransId="{D61CC6C0-4C88-4CE2-BF4C-5AC8E4BC9511}" sibTransId="{6F1C72D5-5CF6-425A-BC96-F83D8994795A}"/>
    <dgm:cxn modelId="{C9180CC2-6A20-4A23-9F17-17B5F4ECC41B}" type="presOf" srcId="{6EEB7482-A62C-4DF8-B5F2-96BA5013D8DC}" destId="{F8CAB921-E4D8-442F-BD8F-ED6B201EF8C0}" srcOrd="1" destOrd="2" presId="urn:microsoft.com/office/officeart/2005/8/layout/cycle4"/>
    <dgm:cxn modelId="{655AF7CA-AAE1-492F-B9B4-1737B158AF6A}" type="presOf" srcId="{B03238D4-A65B-4343-A86D-34DDA02B62FE}" destId="{F972A4B9-D4EA-465D-B89A-D862CFC3F015}" srcOrd="1" destOrd="2" presId="urn:microsoft.com/office/officeart/2005/8/layout/cycle4"/>
    <dgm:cxn modelId="{A65E8ACC-82B6-40EB-BE9C-A54DD4D0A92F}" srcId="{F47079D3-A1F8-499C-9AE3-90880556DE37}" destId="{B03238D4-A65B-4343-A86D-34DDA02B62FE}" srcOrd="2" destOrd="0" parTransId="{F882FBBE-47D7-47A8-895B-3A0961F813D8}" sibTransId="{B9F7870D-5D34-406C-873B-8ADF7038F9CA}"/>
    <dgm:cxn modelId="{45B576E1-29C5-4FAD-9E25-0A7419A93146}" type="presOf" srcId="{6BB5AA68-5617-4CF8-A60F-09DFBC054D69}" destId="{8D85BBF9-417A-4EF5-9957-B1D5FC28867D}" srcOrd="0" destOrd="1" presId="urn:microsoft.com/office/officeart/2005/8/layout/cycle4"/>
    <dgm:cxn modelId="{4BA1EEE4-5BD1-4772-BAC3-1667735330A5}" srcId="{0256CFA0-DC57-4AF9-8129-DB7CE98F9F9A}" destId="{792B6D60-4E5F-4E87-9EC3-079D54FB52A7}" srcOrd="3" destOrd="0" parTransId="{AF1D406E-E415-4483-AC93-20907BED0CBB}" sibTransId="{410CF054-559D-4133-9586-C6129F696F64}"/>
    <dgm:cxn modelId="{6373EAE7-CF16-47F1-BC12-3F9165F71D86}" srcId="{4B42A5A9-1CB5-49DF-9C4B-7D7CFE2B7F49}" destId="{CA3B02BA-42D1-42B9-8A73-A5914AA64092}" srcOrd="0" destOrd="0" parTransId="{6663B170-B1B1-4DEC-BB2E-DAA667F77EDD}" sibTransId="{2F59832E-7FD5-48D7-9F57-03A6E70C5B2E}"/>
    <dgm:cxn modelId="{FD2D3BF2-C36F-47AC-AF12-496BD180B369}" type="presOf" srcId="{C5CC337E-A9EC-4FBB-916B-8CB42E3141CD}" destId="{F5103ABD-84C0-434A-B8BE-66A5378394FF}" srcOrd="0" destOrd="0" presId="urn:microsoft.com/office/officeart/2005/8/layout/cycle4"/>
    <dgm:cxn modelId="{A174EBF4-B865-46BF-96EB-9E2847910E0C}" srcId="{C5CC337E-A9EC-4FBB-916B-8CB42E3141CD}" destId="{F47079D3-A1F8-499C-9AE3-90880556DE37}" srcOrd="2" destOrd="0" parTransId="{67318ED2-EAD9-477F-BBC3-D986DBA0D86E}" sibTransId="{EA5759BC-68B5-490B-84C5-10B7D862CDB0}"/>
    <dgm:cxn modelId="{455F51FF-7815-48A4-8B1C-06C01857E81B}" srcId="{C5CC337E-A9EC-4FBB-916B-8CB42E3141CD}" destId="{4DFFC473-8D66-4E76-AAC5-A3FC6A5A926A}" srcOrd="3" destOrd="0" parTransId="{695CD557-CB16-45AF-B5EE-C6C5835C0A30}" sibTransId="{D815BC9B-1F72-4CA2-8D36-064AF45588BD}"/>
    <dgm:cxn modelId="{66D9B014-8C41-435F-B105-6E67A2C049C2}" type="presParOf" srcId="{F5103ABD-84C0-434A-B8BE-66A5378394FF}" destId="{085B4368-7F62-42BE-B87D-A661F89F016A}" srcOrd="0" destOrd="0" presId="urn:microsoft.com/office/officeart/2005/8/layout/cycle4"/>
    <dgm:cxn modelId="{7287857B-2112-4833-BDA3-CE5AADBC995C}" type="presParOf" srcId="{085B4368-7F62-42BE-B87D-A661F89F016A}" destId="{ACC3D3B2-A9CD-4313-A795-0F21192F4640}" srcOrd="0" destOrd="0" presId="urn:microsoft.com/office/officeart/2005/8/layout/cycle4"/>
    <dgm:cxn modelId="{44FEC622-C1E2-403D-A711-2CD018EAC400}" type="presParOf" srcId="{ACC3D3B2-A9CD-4313-A795-0F21192F4640}" destId="{8D85BBF9-417A-4EF5-9957-B1D5FC28867D}" srcOrd="0" destOrd="0" presId="urn:microsoft.com/office/officeart/2005/8/layout/cycle4"/>
    <dgm:cxn modelId="{7A23773A-EBE0-404A-A4FB-ED48503CCB03}" type="presParOf" srcId="{ACC3D3B2-A9CD-4313-A795-0F21192F4640}" destId="{D522A119-8CA9-4AF2-8163-7E0079A1C817}" srcOrd="1" destOrd="0" presId="urn:microsoft.com/office/officeart/2005/8/layout/cycle4"/>
    <dgm:cxn modelId="{5109D933-08C4-4B02-9034-F27DFC9858F2}" type="presParOf" srcId="{085B4368-7F62-42BE-B87D-A661F89F016A}" destId="{BB703EF5-C228-498B-AE7C-5B0E41072868}" srcOrd="1" destOrd="0" presId="urn:microsoft.com/office/officeart/2005/8/layout/cycle4"/>
    <dgm:cxn modelId="{CABD4999-ADB3-48C0-BA80-0676EEFCE406}" type="presParOf" srcId="{BB703EF5-C228-498B-AE7C-5B0E41072868}" destId="{5DDA297E-997F-4BE4-8CFC-D3ADD55EF487}" srcOrd="0" destOrd="0" presId="urn:microsoft.com/office/officeart/2005/8/layout/cycle4"/>
    <dgm:cxn modelId="{817EBC93-A81E-4EFB-9677-0E39D11AEBBF}" type="presParOf" srcId="{BB703EF5-C228-498B-AE7C-5B0E41072868}" destId="{F8CAB921-E4D8-442F-BD8F-ED6B201EF8C0}" srcOrd="1" destOrd="0" presId="urn:microsoft.com/office/officeart/2005/8/layout/cycle4"/>
    <dgm:cxn modelId="{FEC3C158-1AEC-4736-B1BE-EC2044C46E57}" type="presParOf" srcId="{085B4368-7F62-42BE-B87D-A661F89F016A}" destId="{88C293AA-D4FF-4D01-A825-F439D33B8274}" srcOrd="2" destOrd="0" presId="urn:microsoft.com/office/officeart/2005/8/layout/cycle4"/>
    <dgm:cxn modelId="{0DD78EFA-6B92-4169-A832-F92B6CC327DF}" type="presParOf" srcId="{88C293AA-D4FF-4D01-A825-F439D33B8274}" destId="{FA96E997-2D08-4F4B-AAAB-BF5B72DEC7E3}" srcOrd="0" destOrd="0" presId="urn:microsoft.com/office/officeart/2005/8/layout/cycle4"/>
    <dgm:cxn modelId="{A755D7EE-CCA0-431D-A23B-B60AA2CAF37F}" type="presParOf" srcId="{88C293AA-D4FF-4D01-A825-F439D33B8274}" destId="{F972A4B9-D4EA-465D-B89A-D862CFC3F015}" srcOrd="1" destOrd="0" presId="urn:microsoft.com/office/officeart/2005/8/layout/cycle4"/>
    <dgm:cxn modelId="{6C01EFA2-2D10-47D7-8B73-2777A22BD630}" type="presParOf" srcId="{085B4368-7F62-42BE-B87D-A661F89F016A}" destId="{07422CE9-FC9D-4FC2-AB28-B97854299BD7}" srcOrd="3" destOrd="0" presId="urn:microsoft.com/office/officeart/2005/8/layout/cycle4"/>
    <dgm:cxn modelId="{8A640536-D891-4392-A577-97C23EEFF4C6}" type="presParOf" srcId="{07422CE9-FC9D-4FC2-AB28-B97854299BD7}" destId="{7EBBCC91-1DB2-44D3-879D-F2AD192FA1EA}" srcOrd="0" destOrd="0" presId="urn:microsoft.com/office/officeart/2005/8/layout/cycle4"/>
    <dgm:cxn modelId="{8C156EAD-99B2-4420-B1B0-E37F58C7F627}" type="presParOf" srcId="{07422CE9-FC9D-4FC2-AB28-B97854299BD7}" destId="{A9335DFF-DB97-491E-8FCA-A7A49A5E09A7}" srcOrd="1" destOrd="0" presId="urn:microsoft.com/office/officeart/2005/8/layout/cycle4"/>
    <dgm:cxn modelId="{E022F973-5C28-4D88-8DA7-0E696AFB914F}" type="presParOf" srcId="{085B4368-7F62-42BE-B87D-A661F89F016A}" destId="{92AD2813-20E0-4983-97F0-49C8F367DBBF}" srcOrd="4" destOrd="0" presId="urn:microsoft.com/office/officeart/2005/8/layout/cycle4"/>
    <dgm:cxn modelId="{A2580877-EB2C-4171-A6BD-0E6610B22178}" type="presParOf" srcId="{F5103ABD-84C0-434A-B8BE-66A5378394FF}" destId="{3A356401-33A9-4ABF-8BD9-BAF769E977D9}" srcOrd="1" destOrd="0" presId="urn:microsoft.com/office/officeart/2005/8/layout/cycle4"/>
    <dgm:cxn modelId="{DD83D08D-601E-44D3-B509-B2C81E9495BF}" type="presParOf" srcId="{3A356401-33A9-4ABF-8BD9-BAF769E977D9}" destId="{2150A470-3914-48EF-9B82-AB9E64F99568}" srcOrd="0" destOrd="0" presId="urn:microsoft.com/office/officeart/2005/8/layout/cycle4"/>
    <dgm:cxn modelId="{0AA768A2-28B0-4EA0-A48D-238D1189A649}" type="presParOf" srcId="{3A356401-33A9-4ABF-8BD9-BAF769E977D9}" destId="{0BD4C12E-9C24-4312-B1EF-A91AC5985FA1}" srcOrd="1" destOrd="0" presId="urn:microsoft.com/office/officeart/2005/8/layout/cycle4"/>
    <dgm:cxn modelId="{B20E896F-5EF6-44E9-9BBC-115B71C8BE30}" type="presParOf" srcId="{3A356401-33A9-4ABF-8BD9-BAF769E977D9}" destId="{588684A9-DDEE-4220-A215-25F1F4A3C22D}" srcOrd="2" destOrd="0" presId="urn:microsoft.com/office/officeart/2005/8/layout/cycle4"/>
    <dgm:cxn modelId="{5B8FCFFB-C305-4857-A0C7-43AA57DE7E0B}" type="presParOf" srcId="{3A356401-33A9-4ABF-8BD9-BAF769E977D9}" destId="{52CCC07C-E1C8-4012-A285-2EE343A5B4FF}" srcOrd="3" destOrd="0" presId="urn:microsoft.com/office/officeart/2005/8/layout/cycle4"/>
    <dgm:cxn modelId="{CFF6D972-00D1-4058-8E54-042ADD03A737}" type="presParOf" srcId="{3A356401-33A9-4ABF-8BD9-BAF769E977D9}" destId="{B2423207-5880-4290-A75A-F96C773479E9}" srcOrd="4" destOrd="0" presId="urn:microsoft.com/office/officeart/2005/8/layout/cycle4"/>
    <dgm:cxn modelId="{E369B3DB-ADC7-4146-B762-9C89F3B1E4D1}" type="presParOf" srcId="{F5103ABD-84C0-434A-B8BE-66A5378394FF}" destId="{C4BD7E07-A0B5-4F24-BD29-128010FA9DC4}" srcOrd="2" destOrd="0" presId="urn:microsoft.com/office/officeart/2005/8/layout/cycle4"/>
    <dgm:cxn modelId="{306DCAC3-F9F7-4EFF-A9DE-69E2D7303947}" type="presParOf" srcId="{F5103ABD-84C0-434A-B8BE-66A5378394FF}" destId="{4A0DE967-9BA4-45A7-9383-E432843AB030}"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88106D-558F-428E-A0C4-643866E68AD7}">
      <dsp:nvSpPr>
        <dsp:cNvPr id="0" name=""/>
        <dsp:cNvSpPr/>
      </dsp:nvSpPr>
      <dsp:spPr>
        <a:xfrm>
          <a:off x="673607" y="0"/>
          <a:ext cx="7634224" cy="3271203"/>
        </a:xfrm>
        <a:prstGeom prst="rightArrow">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574CB93-3C14-4D4C-8DEC-A7D87F89D835}">
      <dsp:nvSpPr>
        <dsp:cNvPr id="0" name=""/>
        <dsp:cNvSpPr/>
      </dsp:nvSpPr>
      <dsp:spPr>
        <a:xfrm>
          <a:off x="2631" y="981360"/>
          <a:ext cx="1584031" cy="1308481"/>
        </a:xfrm>
        <a:prstGeom prst="roundRect">
          <a:avLst/>
        </a:prstGeom>
        <a:solidFill>
          <a:prstClr val="black">
            <a:lumMod val="50000"/>
            <a:lumOff val="50000"/>
          </a:prstClr>
        </a:solidFill>
        <a:ln w="12700" cap="flat" cmpd="sng" algn="ctr">
          <a:solidFill>
            <a:prstClr val="white">
              <a:hueOff val="0"/>
              <a:satOff val="0"/>
              <a:lumOff val="0"/>
              <a:alphaOff val="0"/>
            </a:prst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solidFill>
                <a:prstClr val="white"/>
              </a:solidFill>
              <a:latin typeface="Calibri" panose="020F0502020204030204"/>
              <a:ea typeface="+mn-ea"/>
              <a:cs typeface="+mn-cs"/>
            </a:rPr>
            <a:t>1. Define</a:t>
          </a:r>
        </a:p>
      </dsp:txBody>
      <dsp:txXfrm>
        <a:off x="66506" y="1045235"/>
        <a:ext cx="1456281" cy="1180731"/>
      </dsp:txXfrm>
    </dsp:sp>
    <dsp:sp modelId="{5BD69E27-F394-4496-A5FF-AD61976D8AC0}">
      <dsp:nvSpPr>
        <dsp:cNvPr id="0" name=""/>
        <dsp:cNvSpPr/>
      </dsp:nvSpPr>
      <dsp:spPr>
        <a:xfrm>
          <a:off x="1850667" y="981360"/>
          <a:ext cx="1584031" cy="1308481"/>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t>2. Model</a:t>
          </a:r>
        </a:p>
      </dsp:txBody>
      <dsp:txXfrm>
        <a:off x="1914542" y="1045235"/>
        <a:ext cx="1456281" cy="1180731"/>
      </dsp:txXfrm>
    </dsp:sp>
    <dsp:sp modelId="{6C8E1276-2F5F-49FF-8D50-A38802046D89}">
      <dsp:nvSpPr>
        <dsp:cNvPr id="0" name=""/>
        <dsp:cNvSpPr/>
      </dsp:nvSpPr>
      <dsp:spPr>
        <a:xfrm>
          <a:off x="3698704" y="981360"/>
          <a:ext cx="1584031" cy="1308481"/>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t>3. Build</a:t>
          </a:r>
        </a:p>
      </dsp:txBody>
      <dsp:txXfrm>
        <a:off x="3762579" y="1045235"/>
        <a:ext cx="1456281" cy="1180731"/>
      </dsp:txXfrm>
    </dsp:sp>
    <dsp:sp modelId="{F34AFCC5-12DF-4A7F-9803-8D5CEB601CEF}">
      <dsp:nvSpPr>
        <dsp:cNvPr id="0" name=""/>
        <dsp:cNvSpPr/>
      </dsp:nvSpPr>
      <dsp:spPr>
        <a:xfrm>
          <a:off x="5546740" y="981360"/>
          <a:ext cx="1584031" cy="1308481"/>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kern="1200"/>
            <a:t>4. Implement</a:t>
          </a:r>
        </a:p>
      </dsp:txBody>
      <dsp:txXfrm>
        <a:off x="5610615" y="1045235"/>
        <a:ext cx="1456281" cy="1180731"/>
      </dsp:txXfrm>
    </dsp:sp>
    <dsp:sp modelId="{5D51529E-24B8-4A85-81A0-4FFAF305BED5}">
      <dsp:nvSpPr>
        <dsp:cNvPr id="0" name=""/>
        <dsp:cNvSpPr/>
      </dsp:nvSpPr>
      <dsp:spPr>
        <a:xfrm>
          <a:off x="7394777" y="981360"/>
          <a:ext cx="1584031" cy="1308481"/>
        </a:xfrm>
        <a:prstGeom prst="roundRect">
          <a:avLst/>
        </a:prstGeom>
        <a:solidFill>
          <a:schemeClr val="tx1">
            <a:lumMod val="50000"/>
            <a:lumOff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GB" sz="2000" b="0" kern="1200"/>
            <a:t>5. Evolve</a:t>
          </a:r>
        </a:p>
      </dsp:txBody>
      <dsp:txXfrm>
        <a:off x="7458652" y="1045235"/>
        <a:ext cx="1456281" cy="11807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96E997-2D08-4F4B-AAAB-BF5B72DEC7E3}">
      <dsp:nvSpPr>
        <dsp:cNvPr id="0" name=""/>
        <dsp:cNvSpPr/>
      </dsp:nvSpPr>
      <dsp:spPr>
        <a:xfrm>
          <a:off x="4622158" y="2958909"/>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4">
              <a:shade val="80000"/>
              <a:hueOff val="336488"/>
              <a:satOff val="-33925"/>
              <a:lumOff val="2589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57150" lvl="1" indent="-57150" algn="l" defTabSz="488950">
            <a:lnSpc>
              <a:spcPct val="90000"/>
            </a:lnSpc>
            <a:spcBef>
              <a:spcPct val="0"/>
            </a:spcBef>
            <a:spcAft>
              <a:spcPct val="15000"/>
            </a:spcAft>
            <a:buChar char="•"/>
          </a:pPr>
          <a:r>
            <a:rPr lang="en-GB" sz="1100" b="0" kern="1200"/>
            <a:t>Define relationship connections</a:t>
          </a:r>
          <a:endParaRPr lang="en-GB" sz="1100" kern="1200" dirty="0"/>
        </a:p>
        <a:p>
          <a:pPr marL="57150" lvl="1" indent="-57150" algn="l" defTabSz="488950">
            <a:lnSpc>
              <a:spcPct val="90000"/>
            </a:lnSpc>
            <a:spcBef>
              <a:spcPct val="0"/>
            </a:spcBef>
            <a:spcAft>
              <a:spcPct val="15000"/>
            </a:spcAft>
            <a:buChar char="•"/>
          </a:pPr>
          <a:r>
            <a:rPr lang="en-GB" sz="1100" b="0" kern="1200"/>
            <a:t>Create calculated columns</a:t>
          </a:r>
          <a:endParaRPr lang="en-GB" sz="1100" kern="1200" dirty="0"/>
        </a:p>
        <a:p>
          <a:pPr marL="57150" lvl="1" indent="-57150" algn="l" defTabSz="488950">
            <a:lnSpc>
              <a:spcPct val="90000"/>
            </a:lnSpc>
            <a:spcBef>
              <a:spcPct val="0"/>
            </a:spcBef>
            <a:spcAft>
              <a:spcPct val="15000"/>
            </a:spcAft>
            <a:buChar char="•"/>
          </a:pPr>
          <a:r>
            <a:rPr lang="en-GB" sz="1100" b="0" kern="1200"/>
            <a:t>Create measures</a:t>
          </a:r>
          <a:endParaRPr lang="en-GB" sz="1100" kern="1200" dirty="0"/>
        </a:p>
      </dsp:txBody>
      <dsp:txXfrm>
        <a:off x="5297614" y="3337603"/>
        <a:ext cx="1443518" cy="983147"/>
      </dsp:txXfrm>
    </dsp:sp>
    <dsp:sp modelId="{7EBBCC91-1DB2-44D3-879D-F2AD192FA1EA}">
      <dsp:nvSpPr>
        <dsp:cNvPr id="0" name=""/>
        <dsp:cNvSpPr/>
      </dsp:nvSpPr>
      <dsp:spPr>
        <a:xfrm>
          <a:off x="1114980" y="2958909"/>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4">
              <a:shade val="80000"/>
              <a:hueOff val="504732"/>
              <a:satOff val="-50887"/>
              <a:lumOff val="38841"/>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9530" tIns="49530" rIns="49530" bIns="49530" numCol="1" spcCol="1270" anchor="t" anchorCtr="0">
          <a:noAutofit/>
        </a:bodyPr>
        <a:lstStyle/>
        <a:p>
          <a:pPr marL="114300" lvl="1" indent="-114300" algn="l" defTabSz="577850">
            <a:lnSpc>
              <a:spcPct val="90000"/>
            </a:lnSpc>
            <a:spcBef>
              <a:spcPct val="0"/>
            </a:spcBef>
            <a:spcAft>
              <a:spcPct val="15000"/>
            </a:spcAft>
            <a:buChar char="•"/>
          </a:pPr>
          <a:r>
            <a:rPr lang="en-GB" sz="1300" b="0" kern="1200" dirty="0"/>
            <a:t>Create reports</a:t>
          </a:r>
          <a:endParaRPr lang="en-GB" sz="1300" kern="1200" dirty="0"/>
        </a:p>
        <a:p>
          <a:pPr marL="114300" lvl="1" indent="-114300" algn="l" defTabSz="577850">
            <a:lnSpc>
              <a:spcPct val="90000"/>
            </a:lnSpc>
            <a:spcBef>
              <a:spcPct val="0"/>
            </a:spcBef>
            <a:spcAft>
              <a:spcPct val="15000"/>
            </a:spcAft>
            <a:buChar char="•"/>
          </a:pPr>
          <a:r>
            <a:rPr lang="en-GB" sz="1300" b="0" kern="1200">
              <a:latin typeface="Calibri" panose="020F0502020204030204"/>
              <a:ea typeface="+mn-ea"/>
              <a:cs typeface="+mn-cs"/>
            </a:rPr>
            <a:t>Select visualisations</a:t>
          </a:r>
          <a:endParaRPr lang="en-GB" sz="1300" b="0" kern="1200" dirty="0">
            <a:latin typeface="Calibri" panose="020F0502020204030204"/>
            <a:ea typeface="+mn-ea"/>
            <a:cs typeface="+mn-cs"/>
          </a:endParaRPr>
        </a:p>
        <a:p>
          <a:pPr marL="114300" lvl="1" indent="-114300" algn="l" defTabSz="577850">
            <a:lnSpc>
              <a:spcPct val="90000"/>
            </a:lnSpc>
            <a:spcBef>
              <a:spcPct val="0"/>
            </a:spcBef>
            <a:spcAft>
              <a:spcPct val="15000"/>
            </a:spcAft>
            <a:buChar char="•"/>
          </a:pPr>
          <a:r>
            <a:rPr lang="en-GB" sz="1300" b="0" kern="1200" dirty="0"/>
            <a:t>Add visualisations</a:t>
          </a:r>
          <a:endParaRPr lang="en-GB" sz="1300" kern="1200" dirty="0"/>
        </a:p>
      </dsp:txBody>
      <dsp:txXfrm>
        <a:off x="1145567" y="3337603"/>
        <a:ext cx="1443518" cy="983147"/>
      </dsp:txXfrm>
    </dsp:sp>
    <dsp:sp modelId="{5DDA297E-997F-4BE4-8CFC-D3ADD55EF487}">
      <dsp:nvSpPr>
        <dsp:cNvPr id="0" name=""/>
        <dsp:cNvSpPr/>
      </dsp:nvSpPr>
      <dsp:spPr>
        <a:xfrm>
          <a:off x="4622158" y="0"/>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4">
              <a:shade val="80000"/>
              <a:hueOff val="168244"/>
              <a:satOff val="-16962"/>
              <a:lumOff val="1294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57150" lvl="1" indent="-57150" algn="l" defTabSz="488950">
            <a:lnSpc>
              <a:spcPct val="90000"/>
            </a:lnSpc>
            <a:spcBef>
              <a:spcPct val="0"/>
            </a:spcBef>
            <a:spcAft>
              <a:spcPct val="15000"/>
            </a:spcAft>
            <a:buChar char="•"/>
          </a:pPr>
          <a:r>
            <a:rPr lang="en-GB" sz="1100" b="0" kern="1200"/>
            <a:t>Remove unwanted rows and columns</a:t>
          </a:r>
          <a:endParaRPr lang="en-GB" sz="1100" kern="1200" dirty="0"/>
        </a:p>
        <a:p>
          <a:pPr marL="57150" lvl="1" indent="-57150" algn="l" defTabSz="488950">
            <a:lnSpc>
              <a:spcPct val="90000"/>
            </a:lnSpc>
            <a:spcBef>
              <a:spcPct val="0"/>
            </a:spcBef>
            <a:spcAft>
              <a:spcPct val="15000"/>
            </a:spcAft>
            <a:buChar char="•"/>
          </a:pPr>
          <a:r>
            <a:rPr lang="en-GB" sz="1100" b="0" kern="1200" dirty="0"/>
            <a:t>Change data types</a:t>
          </a:r>
          <a:endParaRPr lang="en-GB" sz="1100" kern="1200" dirty="0"/>
        </a:p>
        <a:p>
          <a:pPr marL="57150" lvl="1" indent="-57150" algn="l" defTabSz="488950">
            <a:lnSpc>
              <a:spcPct val="90000"/>
            </a:lnSpc>
            <a:spcBef>
              <a:spcPct val="0"/>
            </a:spcBef>
            <a:spcAft>
              <a:spcPct val="15000"/>
            </a:spcAft>
            <a:buChar char="•"/>
          </a:pPr>
          <a:r>
            <a:rPr lang="en-GB" sz="1100" b="0" kern="1200" dirty="0"/>
            <a:t>Replace values</a:t>
          </a:r>
          <a:endParaRPr lang="en-GB" sz="1100" kern="1200" dirty="0"/>
        </a:p>
      </dsp:txBody>
      <dsp:txXfrm>
        <a:off x="5297614" y="30587"/>
        <a:ext cx="1443518" cy="983147"/>
      </dsp:txXfrm>
    </dsp:sp>
    <dsp:sp modelId="{8D85BBF9-417A-4EF5-9957-B1D5FC28867D}">
      <dsp:nvSpPr>
        <dsp:cNvPr id="0" name=""/>
        <dsp:cNvSpPr/>
      </dsp:nvSpPr>
      <dsp:spPr>
        <a:xfrm>
          <a:off x="1114980" y="0"/>
          <a:ext cx="2149560" cy="1392428"/>
        </a:xfrm>
        <a:prstGeom prst="roundRect">
          <a:avLst>
            <a:gd name="adj" fmla="val 10000"/>
          </a:avLst>
        </a:prstGeom>
        <a:solidFill>
          <a:schemeClr val="lt1">
            <a:alpha val="90000"/>
            <a:hueOff val="0"/>
            <a:satOff val="0"/>
            <a:lumOff val="0"/>
            <a:alphaOff val="0"/>
          </a:schemeClr>
        </a:solidFill>
        <a:ln w="12700" cap="flat" cmpd="sng" algn="ctr">
          <a:solidFill>
            <a:schemeClr val="accent4">
              <a:shade val="8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53340" rIns="53340" bIns="53340" numCol="1" spcCol="1270" anchor="t" anchorCtr="0">
          <a:noAutofit/>
        </a:bodyPr>
        <a:lstStyle/>
        <a:p>
          <a:pPr marL="57150" lvl="1" indent="-57150" algn="l" defTabSz="488950">
            <a:lnSpc>
              <a:spcPct val="90000"/>
            </a:lnSpc>
            <a:spcBef>
              <a:spcPct val="0"/>
            </a:spcBef>
            <a:spcAft>
              <a:spcPct val="15000"/>
            </a:spcAft>
            <a:buChar char="•"/>
          </a:pPr>
          <a:r>
            <a:rPr lang="en-GB" sz="1100" b="0" kern="1200" dirty="0"/>
            <a:t>Excel, </a:t>
          </a:r>
          <a:endParaRPr lang="en-GB" sz="1100" kern="1200" dirty="0"/>
        </a:p>
        <a:p>
          <a:pPr marL="57150" lvl="1" indent="-57150" algn="l" defTabSz="488950">
            <a:lnSpc>
              <a:spcPct val="90000"/>
            </a:lnSpc>
            <a:spcBef>
              <a:spcPct val="0"/>
            </a:spcBef>
            <a:spcAft>
              <a:spcPct val="15000"/>
            </a:spcAft>
            <a:buChar char="•"/>
          </a:pPr>
          <a:r>
            <a:rPr lang="en-GB" sz="1100" b="0" kern="1200" dirty="0"/>
            <a:t>SQL Server</a:t>
          </a:r>
          <a:endParaRPr lang="en-GB" sz="1100" kern="1200" dirty="0"/>
        </a:p>
        <a:p>
          <a:pPr marL="57150" lvl="1" indent="-57150" algn="l" defTabSz="488950">
            <a:lnSpc>
              <a:spcPct val="90000"/>
            </a:lnSpc>
            <a:spcBef>
              <a:spcPct val="0"/>
            </a:spcBef>
            <a:spcAft>
              <a:spcPct val="15000"/>
            </a:spcAft>
            <a:buChar char="•"/>
          </a:pPr>
          <a:r>
            <a:rPr lang="en-GB" sz="1100" b="0" kern="1200" dirty="0"/>
            <a:t>SharePoint</a:t>
          </a:r>
          <a:endParaRPr lang="en-GB" sz="1100" kern="1200" dirty="0"/>
        </a:p>
        <a:p>
          <a:pPr marL="57150" lvl="1" indent="-57150" algn="l" defTabSz="488950">
            <a:lnSpc>
              <a:spcPct val="90000"/>
            </a:lnSpc>
            <a:spcBef>
              <a:spcPct val="0"/>
            </a:spcBef>
            <a:spcAft>
              <a:spcPct val="15000"/>
            </a:spcAft>
            <a:buChar char="•"/>
          </a:pPr>
          <a:r>
            <a:rPr lang="en-GB" sz="1100" b="0" kern="1200" dirty="0"/>
            <a:t>Web URL</a:t>
          </a:r>
          <a:endParaRPr lang="en-GB" sz="1100" kern="1200" dirty="0"/>
        </a:p>
        <a:p>
          <a:pPr marL="57150" lvl="1" indent="-57150" algn="l" defTabSz="488950">
            <a:lnSpc>
              <a:spcPct val="90000"/>
            </a:lnSpc>
            <a:spcBef>
              <a:spcPct val="0"/>
            </a:spcBef>
            <a:spcAft>
              <a:spcPct val="15000"/>
            </a:spcAft>
            <a:buChar char="•"/>
          </a:pPr>
          <a:r>
            <a:rPr lang="en-GB" sz="1100" b="0" kern="1200" dirty="0"/>
            <a:t>PDF</a:t>
          </a:r>
          <a:endParaRPr lang="en-GB" sz="1100" kern="1200" dirty="0"/>
        </a:p>
      </dsp:txBody>
      <dsp:txXfrm>
        <a:off x="1145567" y="30587"/>
        <a:ext cx="1443518" cy="983147"/>
      </dsp:txXfrm>
    </dsp:sp>
    <dsp:sp modelId="{2150A470-3914-48EF-9B82-AB9E64F99568}">
      <dsp:nvSpPr>
        <dsp:cNvPr id="0" name=""/>
        <dsp:cNvSpPr/>
      </dsp:nvSpPr>
      <dsp:spPr>
        <a:xfrm>
          <a:off x="2015707" y="248026"/>
          <a:ext cx="1884129" cy="1884129"/>
        </a:xfrm>
        <a:prstGeom prst="pieWedge">
          <a:avLst/>
        </a:prstGeom>
        <a:solidFill>
          <a:schemeClr val="accent4">
            <a:shade val="8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GB" sz="1700" b="1" kern="1200" dirty="0"/>
            <a:t>1. Acquire </a:t>
          </a:r>
          <a:r>
            <a:rPr lang="en-GB" sz="1700" b="0" kern="1200" dirty="0"/>
            <a:t>Data For Use In Power BI</a:t>
          </a:r>
          <a:endParaRPr lang="en-GB" sz="1700" kern="1200" dirty="0"/>
        </a:p>
      </dsp:txBody>
      <dsp:txXfrm>
        <a:off x="2567556" y="799875"/>
        <a:ext cx="1332280" cy="1332280"/>
      </dsp:txXfrm>
    </dsp:sp>
    <dsp:sp modelId="{0BD4C12E-9C24-4312-B1EF-A91AC5985FA1}">
      <dsp:nvSpPr>
        <dsp:cNvPr id="0" name=""/>
        <dsp:cNvSpPr/>
      </dsp:nvSpPr>
      <dsp:spPr>
        <a:xfrm rot="5400000">
          <a:off x="3986863" y="248026"/>
          <a:ext cx="1884129" cy="1884129"/>
        </a:xfrm>
        <a:prstGeom prst="pieWedge">
          <a:avLst/>
        </a:prstGeom>
        <a:solidFill>
          <a:schemeClr val="accent4">
            <a:shade val="80000"/>
            <a:hueOff val="168244"/>
            <a:satOff val="-16962"/>
            <a:lumOff val="12947"/>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GB" sz="1700" b="1" kern="1200" dirty="0"/>
            <a:t>2. Transform </a:t>
          </a:r>
          <a:r>
            <a:rPr lang="en-GB" sz="1700" b="0" kern="1200" dirty="0"/>
            <a:t>and Cleanse the Data</a:t>
          </a:r>
          <a:endParaRPr lang="en-GB" sz="1700" kern="1200" dirty="0"/>
        </a:p>
      </dsp:txBody>
      <dsp:txXfrm rot="-5400000">
        <a:off x="3986863" y="799875"/>
        <a:ext cx="1332280" cy="1332280"/>
      </dsp:txXfrm>
    </dsp:sp>
    <dsp:sp modelId="{588684A9-DDEE-4220-A215-25F1F4A3C22D}">
      <dsp:nvSpPr>
        <dsp:cNvPr id="0" name=""/>
        <dsp:cNvSpPr/>
      </dsp:nvSpPr>
      <dsp:spPr>
        <a:xfrm rot="10800000">
          <a:off x="3986863" y="2219182"/>
          <a:ext cx="1884129" cy="1884129"/>
        </a:xfrm>
        <a:prstGeom prst="pieWedge">
          <a:avLst/>
        </a:prstGeom>
        <a:solidFill>
          <a:schemeClr val="accent4">
            <a:shade val="80000"/>
            <a:hueOff val="336488"/>
            <a:satOff val="-33925"/>
            <a:lumOff val="25894"/>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GB" sz="1700" b="0" kern="1200" dirty="0"/>
            <a:t>3. Create the Data </a:t>
          </a:r>
          <a:r>
            <a:rPr lang="en-GB" sz="1700" b="1" kern="1200" dirty="0"/>
            <a:t>Model</a:t>
          </a:r>
        </a:p>
      </dsp:txBody>
      <dsp:txXfrm rot="10800000">
        <a:off x="3986863" y="2219182"/>
        <a:ext cx="1332280" cy="1332280"/>
      </dsp:txXfrm>
    </dsp:sp>
    <dsp:sp modelId="{52CCC07C-E1C8-4012-A285-2EE343A5B4FF}">
      <dsp:nvSpPr>
        <dsp:cNvPr id="0" name=""/>
        <dsp:cNvSpPr/>
      </dsp:nvSpPr>
      <dsp:spPr>
        <a:xfrm rot="16200000">
          <a:off x="2015707" y="2219182"/>
          <a:ext cx="1884129" cy="1884129"/>
        </a:xfrm>
        <a:prstGeom prst="pieWedge">
          <a:avLst/>
        </a:prstGeom>
        <a:solidFill>
          <a:schemeClr val="accent4">
            <a:shade val="80000"/>
            <a:hueOff val="504732"/>
            <a:satOff val="-50887"/>
            <a:lumOff val="3884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120904" numCol="1" spcCol="1270" anchor="ctr" anchorCtr="0">
          <a:noAutofit/>
        </a:bodyPr>
        <a:lstStyle/>
        <a:p>
          <a:pPr marL="0" lvl="0" indent="0" algn="ctr" defTabSz="755650">
            <a:lnSpc>
              <a:spcPct val="90000"/>
            </a:lnSpc>
            <a:spcBef>
              <a:spcPct val="0"/>
            </a:spcBef>
            <a:spcAft>
              <a:spcPct val="35000"/>
            </a:spcAft>
            <a:buNone/>
          </a:pPr>
          <a:r>
            <a:rPr lang="en-GB" sz="1700" b="0" kern="1200" dirty="0"/>
            <a:t>4. </a:t>
          </a:r>
          <a:r>
            <a:rPr lang="en-GB" sz="1700" b="1" kern="1200" dirty="0"/>
            <a:t>Visualise</a:t>
          </a:r>
          <a:r>
            <a:rPr lang="en-GB" sz="1700" b="0" kern="1200" dirty="0"/>
            <a:t> Your Data</a:t>
          </a:r>
          <a:endParaRPr lang="en-GB" sz="1700" kern="1200" dirty="0"/>
        </a:p>
      </dsp:txBody>
      <dsp:txXfrm rot="5400000">
        <a:off x="2567556" y="2219182"/>
        <a:ext cx="1332280" cy="1332280"/>
      </dsp:txXfrm>
    </dsp:sp>
    <dsp:sp modelId="{C4BD7E07-A0B5-4F24-BD29-128010FA9DC4}">
      <dsp:nvSpPr>
        <dsp:cNvPr id="0" name=""/>
        <dsp:cNvSpPr/>
      </dsp:nvSpPr>
      <dsp:spPr>
        <a:xfrm>
          <a:off x="3618087" y="1784048"/>
          <a:ext cx="650525" cy="565673"/>
        </a:xfrm>
        <a:prstGeom prst="circularArrow">
          <a:avLst/>
        </a:prstGeom>
        <a:solidFill>
          <a:schemeClr val="accent4">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A0DE967-9BA4-45A7-9383-E432843AB030}">
      <dsp:nvSpPr>
        <dsp:cNvPr id="0" name=""/>
        <dsp:cNvSpPr/>
      </dsp:nvSpPr>
      <dsp:spPr>
        <a:xfrm rot="10800000">
          <a:off x="3618087" y="2001615"/>
          <a:ext cx="650525" cy="565673"/>
        </a:xfrm>
        <a:prstGeom prst="circularArrow">
          <a:avLst/>
        </a:prstGeom>
        <a:solidFill>
          <a:schemeClr val="accent4">
            <a:tint val="4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B051DFA-F7B9-4A30-8826-000BF163B054}"/>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2818B538-FEF9-486E-AD74-CBE330BE7520}"/>
              </a:ext>
            </a:extLst>
          </p:cNvPr>
          <p:cNvSpPr>
            <a:spLocks noGrp="1"/>
          </p:cNvSpPr>
          <p:nvPr>
            <p:ph type="ctrTitle"/>
          </p:nvPr>
        </p:nvSpPr>
        <p:spPr>
          <a:xfrm>
            <a:off x="1143000" y="2239561"/>
            <a:ext cx="6858000" cy="1270402"/>
          </a:xfrm>
        </p:spPr>
        <p:txBody>
          <a:bodyPr anchor="b"/>
          <a:lstStyle>
            <a:lvl1pPr algn="ctr">
              <a:defRPr sz="6000"/>
            </a:lvl1pPr>
          </a:lstStyle>
          <a:p>
            <a:r>
              <a:rPr lang="en-US"/>
              <a:t>Click to edit Master title style</a:t>
            </a:r>
            <a:endParaRPr lang="en-GB"/>
          </a:p>
        </p:txBody>
      </p:sp>
      <p:sp>
        <p:nvSpPr>
          <p:cNvPr id="3" name="Subtitle 2">
            <a:extLst>
              <a:ext uri="{FF2B5EF4-FFF2-40B4-BE49-F238E27FC236}">
                <a16:creationId xmlns:a16="http://schemas.microsoft.com/office/drawing/2014/main" id="{62E6A215-A057-4F07-9724-92600D4F30F9}"/>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BD9B849F-A87A-4D13-9EE1-CB1DDA8A5C3B}"/>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F653B95B-6F05-4966-B050-AD3CBA39A6B0}"/>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FF3658C-9A3C-456B-A674-C657333C13AA}"/>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12" name="Picture 11">
            <a:extLst>
              <a:ext uri="{FF2B5EF4-FFF2-40B4-BE49-F238E27FC236}">
                <a16:creationId xmlns:a16="http://schemas.microsoft.com/office/drawing/2014/main" id="{BBF1238F-7DC6-46E3-9AA9-0637C4CD19D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20619893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9B50D00-500F-46D2-8F86-7B0370ACA4B5}"/>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08380376-3DCF-43CB-913C-C6C4DE46BF1D}"/>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E3E921C4-C940-4ECF-A422-BA1366299D5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C6D15FE-8FB7-441C-8D44-46228BC3E68B}"/>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EDD3D06D-DE0F-42FD-9EE5-E544E9EAE7D5}"/>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8F708C2-91DD-401F-891F-41116EA8A69C}"/>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8" name="Picture 7">
            <a:extLst>
              <a:ext uri="{FF2B5EF4-FFF2-40B4-BE49-F238E27FC236}">
                <a16:creationId xmlns:a16="http://schemas.microsoft.com/office/drawing/2014/main" id="{7FD64148-4815-4680-BB53-F1575688ECE5}"/>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29255123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9FC9E21-B266-4AEB-B3B2-E9BD34A3DCC3}"/>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EA01B0C8-FC85-49D2-A832-9FD2CA057A7B}"/>
              </a:ext>
            </a:extLst>
          </p:cNvPr>
          <p:cNvSpPr>
            <a:spLocks noGrp="1"/>
          </p:cNvSpPr>
          <p:nvPr>
            <p:ph type="title"/>
          </p:nvPr>
        </p:nvSpPr>
        <p:spPr>
          <a:xfrm>
            <a:off x="623888" y="1709739"/>
            <a:ext cx="7886700" cy="2852737"/>
          </a:xfrm>
        </p:spPr>
        <p:txBody>
          <a:bodyPr anchor="b"/>
          <a:lstStyle>
            <a:lvl1pPr>
              <a:defRPr sz="6000"/>
            </a:lvl1pPr>
          </a:lstStyle>
          <a:p>
            <a:r>
              <a:rPr lang="en-US"/>
              <a:t>Click to edit Master title style</a:t>
            </a:r>
            <a:endParaRPr lang="en-GB"/>
          </a:p>
        </p:txBody>
      </p:sp>
      <p:sp>
        <p:nvSpPr>
          <p:cNvPr id="3" name="Text Placeholder 2">
            <a:extLst>
              <a:ext uri="{FF2B5EF4-FFF2-40B4-BE49-F238E27FC236}">
                <a16:creationId xmlns:a16="http://schemas.microsoft.com/office/drawing/2014/main" id="{20B65BDF-F441-4CB3-864B-DC12613BC99F}"/>
              </a:ext>
            </a:extLst>
          </p:cNvPr>
          <p:cNvSpPr>
            <a:spLocks noGrp="1"/>
          </p:cNvSpPr>
          <p:nvPr>
            <p:ph type="body" idx="1"/>
          </p:nvPr>
        </p:nvSpPr>
        <p:spPr>
          <a:xfrm>
            <a:off x="623888" y="4589464"/>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D1C29A6-EAA7-49BE-9CC9-E94E5C844EA3}"/>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9ACF46EF-76F1-43EA-A46F-5E80BFDBC72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9C42930F-F7AF-4C89-8072-7B880AAEBCCE}"/>
              </a:ext>
            </a:extLst>
          </p:cNvPr>
          <p:cNvSpPr>
            <a:spLocks noGrp="1"/>
          </p:cNvSpPr>
          <p:nvPr>
            <p:ph type="sldNum" sz="quarter" idx="12"/>
          </p:nvPr>
        </p:nvSpPr>
        <p:spPr/>
        <p:txBody>
          <a:bodyPr/>
          <a:lstStyle/>
          <a:p>
            <a:fld id="{AA32ABB0-4932-4418-8BA7-5CC92745B86E}" type="slidenum">
              <a:rPr lang="en-GB" smtClean="0"/>
              <a:t>‹#›</a:t>
            </a:fld>
            <a:endParaRPr lang="en-GB"/>
          </a:p>
        </p:txBody>
      </p:sp>
    </p:spTree>
    <p:extLst>
      <p:ext uri="{BB962C8B-B14F-4D97-AF65-F5344CB8AC3E}">
        <p14:creationId xmlns:p14="http://schemas.microsoft.com/office/powerpoint/2010/main" val="13969372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8411F6-4EC6-46B7-BC7A-E5D3DFF6D575}"/>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A6463DE5-B5C1-4401-BB0F-9E5B5F451C20}"/>
              </a:ext>
            </a:extLst>
          </p:cNvPr>
          <p:cNvSpPr>
            <a:spLocks noGrp="1"/>
          </p:cNvSpPr>
          <p:nvPr>
            <p:ph type="title"/>
          </p:nvPr>
        </p:nvSpPr>
        <p:spPr/>
        <p:txBody>
          <a:bodyPr/>
          <a:lstStyle/>
          <a:p>
            <a:r>
              <a:rPr lang="en-US"/>
              <a:t>Click to edit Master title style</a:t>
            </a:r>
            <a:endParaRPr lang="en-GB"/>
          </a:p>
        </p:txBody>
      </p:sp>
      <p:sp>
        <p:nvSpPr>
          <p:cNvPr id="3" name="Content Placeholder 2">
            <a:extLst>
              <a:ext uri="{FF2B5EF4-FFF2-40B4-BE49-F238E27FC236}">
                <a16:creationId xmlns:a16="http://schemas.microsoft.com/office/drawing/2014/main" id="{AA872068-C936-4D73-9673-9551133A32FC}"/>
              </a:ext>
            </a:extLst>
          </p:cNvPr>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a:extLst>
              <a:ext uri="{FF2B5EF4-FFF2-40B4-BE49-F238E27FC236}">
                <a16:creationId xmlns:a16="http://schemas.microsoft.com/office/drawing/2014/main" id="{DE455D76-D326-4D4A-ACF3-3A613AEC50EB}"/>
              </a:ext>
            </a:extLst>
          </p:cNvPr>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a:extLst>
              <a:ext uri="{FF2B5EF4-FFF2-40B4-BE49-F238E27FC236}">
                <a16:creationId xmlns:a16="http://schemas.microsoft.com/office/drawing/2014/main" id="{FE3C795D-E065-4FFF-9B3C-F0C84ECED18B}"/>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6" name="Footer Placeholder 5">
            <a:extLst>
              <a:ext uri="{FF2B5EF4-FFF2-40B4-BE49-F238E27FC236}">
                <a16:creationId xmlns:a16="http://schemas.microsoft.com/office/drawing/2014/main" id="{3B4B0B4E-4B56-4701-8869-E35A8A766B0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239A77B3-B36D-4057-9322-1114CA070FB8}"/>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9" name="Picture 8">
            <a:extLst>
              <a:ext uri="{FF2B5EF4-FFF2-40B4-BE49-F238E27FC236}">
                <a16:creationId xmlns:a16="http://schemas.microsoft.com/office/drawing/2014/main" id="{C1EA1ECA-7427-424E-962E-C807CDDAB3A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20139496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1E68AE13-51BD-49A3-BE3C-3E8265AA0B0F}"/>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72E8FCE3-254B-48B5-838D-8BB5B6320B30}"/>
              </a:ext>
            </a:extLst>
          </p:cNvPr>
          <p:cNvSpPr>
            <a:spLocks noGrp="1"/>
          </p:cNvSpPr>
          <p:nvPr>
            <p:ph type="title"/>
          </p:nvPr>
        </p:nvSpPr>
        <p:spPr>
          <a:xfrm>
            <a:off x="629841" y="365126"/>
            <a:ext cx="7886700" cy="1325563"/>
          </a:xfrm>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31E53827-5260-4CC1-9D83-99B323CFEA48}"/>
              </a:ext>
            </a:extLst>
          </p:cNvPr>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C907280-6588-432A-94D2-7300FF288389}"/>
              </a:ext>
            </a:extLst>
          </p:cNvPr>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a:extLst>
              <a:ext uri="{FF2B5EF4-FFF2-40B4-BE49-F238E27FC236}">
                <a16:creationId xmlns:a16="http://schemas.microsoft.com/office/drawing/2014/main" id="{6CAFC587-F4F7-45CB-9B92-DD83A537E832}"/>
              </a:ext>
            </a:extLst>
          </p:cNvPr>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B8648A4-F0EA-4B3A-B9C0-C9DCDAF84495}"/>
              </a:ext>
            </a:extLst>
          </p:cNvPr>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a:extLst>
              <a:ext uri="{FF2B5EF4-FFF2-40B4-BE49-F238E27FC236}">
                <a16:creationId xmlns:a16="http://schemas.microsoft.com/office/drawing/2014/main" id="{3504F7D1-7F2B-4BA2-941D-CDB3CBF35E81}"/>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8" name="Footer Placeholder 7">
            <a:extLst>
              <a:ext uri="{FF2B5EF4-FFF2-40B4-BE49-F238E27FC236}">
                <a16:creationId xmlns:a16="http://schemas.microsoft.com/office/drawing/2014/main" id="{B0487C11-486A-4779-957C-52A4BBE3382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D55DEEB2-EF13-4639-9721-57BCD2495236}"/>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11" name="Picture 10">
            <a:extLst>
              <a:ext uri="{FF2B5EF4-FFF2-40B4-BE49-F238E27FC236}">
                <a16:creationId xmlns:a16="http://schemas.microsoft.com/office/drawing/2014/main" id="{B0A11E6F-5E87-475A-9421-E03B5F7B759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656419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BF5E303-7741-433B-9908-A30155C57C69}"/>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64AF2822-CC3F-447A-A8B2-1E3F19627A39}"/>
              </a:ext>
            </a:extLst>
          </p:cNvPr>
          <p:cNvSpPr>
            <a:spLocks noGrp="1"/>
          </p:cNvSpPr>
          <p:nvPr>
            <p:ph type="title"/>
          </p:nvPr>
        </p:nvSpPr>
        <p:spPr/>
        <p:txBody>
          <a:bodyPr/>
          <a:lstStyle/>
          <a:p>
            <a:r>
              <a:rPr lang="en-US"/>
              <a:t>Click to edit Master title style</a:t>
            </a:r>
            <a:endParaRPr lang="en-GB"/>
          </a:p>
        </p:txBody>
      </p:sp>
      <p:sp>
        <p:nvSpPr>
          <p:cNvPr id="3" name="Date Placeholder 2">
            <a:extLst>
              <a:ext uri="{FF2B5EF4-FFF2-40B4-BE49-F238E27FC236}">
                <a16:creationId xmlns:a16="http://schemas.microsoft.com/office/drawing/2014/main" id="{3D80615A-8279-43E2-A7D5-24073ABA1C4B}"/>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4" name="Footer Placeholder 3">
            <a:extLst>
              <a:ext uri="{FF2B5EF4-FFF2-40B4-BE49-F238E27FC236}">
                <a16:creationId xmlns:a16="http://schemas.microsoft.com/office/drawing/2014/main" id="{D325D99D-54E0-47A0-9D09-54AC5DB3135D}"/>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C658242D-0BB9-4BBC-82F3-4173E1CF0FFA}"/>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7" name="Picture 6">
            <a:extLst>
              <a:ext uri="{FF2B5EF4-FFF2-40B4-BE49-F238E27FC236}">
                <a16:creationId xmlns:a16="http://schemas.microsoft.com/office/drawing/2014/main" id="{4F086C0E-93D3-48B4-B984-EAB1A1BD777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33758950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A76AC98-9CD9-40B5-B08B-0A7EDF76381C}"/>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Date Placeholder 1">
            <a:extLst>
              <a:ext uri="{FF2B5EF4-FFF2-40B4-BE49-F238E27FC236}">
                <a16:creationId xmlns:a16="http://schemas.microsoft.com/office/drawing/2014/main" id="{8C78C1D8-36C7-459C-80EA-0B3F7154B806}"/>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3" name="Footer Placeholder 2">
            <a:extLst>
              <a:ext uri="{FF2B5EF4-FFF2-40B4-BE49-F238E27FC236}">
                <a16:creationId xmlns:a16="http://schemas.microsoft.com/office/drawing/2014/main" id="{07725A98-BABE-4025-9986-5DE8D14A0C7C}"/>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A4576921-628A-4152-8258-732447E49868}"/>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6" name="Picture 5">
            <a:extLst>
              <a:ext uri="{FF2B5EF4-FFF2-40B4-BE49-F238E27FC236}">
                <a16:creationId xmlns:a16="http://schemas.microsoft.com/office/drawing/2014/main" id="{E8C35033-5CAA-4E17-9386-02BF7483D60C}"/>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4252361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1D791CE-2F3D-4680-BD84-155D97EC0E31}"/>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68BCF2F4-027E-4158-90D5-9F80D6A0EE7B}"/>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GB"/>
          </a:p>
        </p:txBody>
      </p:sp>
      <p:sp>
        <p:nvSpPr>
          <p:cNvPr id="3" name="Content Placeholder 2">
            <a:extLst>
              <a:ext uri="{FF2B5EF4-FFF2-40B4-BE49-F238E27FC236}">
                <a16:creationId xmlns:a16="http://schemas.microsoft.com/office/drawing/2014/main" id="{1409B8F6-6B85-44DD-8E5F-265C78A4B5DB}"/>
              </a:ext>
            </a:extLst>
          </p:cNvPr>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a:extLst>
              <a:ext uri="{FF2B5EF4-FFF2-40B4-BE49-F238E27FC236}">
                <a16:creationId xmlns:a16="http://schemas.microsoft.com/office/drawing/2014/main" id="{E0213BC3-F5E4-4539-95C3-0999115EC3DB}"/>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4E4DEC-270B-4CF3-B195-58F8147C0E19}"/>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6" name="Footer Placeholder 5">
            <a:extLst>
              <a:ext uri="{FF2B5EF4-FFF2-40B4-BE49-F238E27FC236}">
                <a16:creationId xmlns:a16="http://schemas.microsoft.com/office/drawing/2014/main" id="{C41ACFB7-5847-417F-BB05-ACB67F6C0262}"/>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7428A858-C05A-4042-9650-A7D6FCAA48AC}"/>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9" name="Picture 8">
            <a:extLst>
              <a:ext uri="{FF2B5EF4-FFF2-40B4-BE49-F238E27FC236}">
                <a16:creationId xmlns:a16="http://schemas.microsoft.com/office/drawing/2014/main" id="{91326F7A-55BD-4543-8971-672910A07DA9}"/>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40192485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93B93C80-78BE-492C-9762-D5A50357DDF6}"/>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0C003C26-0B21-440F-8D6F-27080089A384}"/>
              </a:ext>
            </a:extLst>
          </p:cNvPr>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GB"/>
          </a:p>
        </p:txBody>
      </p:sp>
      <p:sp>
        <p:nvSpPr>
          <p:cNvPr id="3" name="Picture Placeholder 2">
            <a:extLst>
              <a:ext uri="{FF2B5EF4-FFF2-40B4-BE49-F238E27FC236}">
                <a16:creationId xmlns:a16="http://schemas.microsoft.com/office/drawing/2014/main" id="{C6BF3717-392E-4A3D-AE0B-FD24D12F256C}"/>
              </a:ext>
            </a:extLst>
          </p:cNvPr>
          <p:cNvSpPr>
            <a:spLocks noGrp="1"/>
          </p:cNvSpPr>
          <p:nvPr>
            <p:ph type="pic" idx="1"/>
          </p:nvPr>
        </p:nvSpPr>
        <p:spPr>
          <a:xfrm>
            <a:off x="3887391" y="987426"/>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GB"/>
          </a:p>
        </p:txBody>
      </p:sp>
      <p:sp>
        <p:nvSpPr>
          <p:cNvPr id="4" name="Text Placeholder 3">
            <a:extLst>
              <a:ext uri="{FF2B5EF4-FFF2-40B4-BE49-F238E27FC236}">
                <a16:creationId xmlns:a16="http://schemas.microsoft.com/office/drawing/2014/main" id="{85F2A578-1CAB-46A1-9483-587740DC9794}"/>
              </a:ext>
            </a:extLst>
          </p:cNvPr>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E04A0DE-3F5E-4648-ACF3-66AE741A5D61}"/>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6" name="Footer Placeholder 5">
            <a:extLst>
              <a:ext uri="{FF2B5EF4-FFF2-40B4-BE49-F238E27FC236}">
                <a16:creationId xmlns:a16="http://schemas.microsoft.com/office/drawing/2014/main" id="{24D6BAE8-1B8C-4187-BB5A-1D8805646EE6}"/>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6DE3F0C4-0108-4EF8-99BF-BBAFAA6E9536}"/>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9" name="Picture 8">
            <a:extLst>
              <a:ext uri="{FF2B5EF4-FFF2-40B4-BE49-F238E27FC236}">
                <a16:creationId xmlns:a16="http://schemas.microsoft.com/office/drawing/2014/main" id="{01D826E3-F9A9-4FAA-9B0D-1BB8F9C0452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1448644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5C3DEC4-29C7-474C-81F8-00C19E14C9A1}"/>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1">
            <a:extLst>
              <a:ext uri="{FF2B5EF4-FFF2-40B4-BE49-F238E27FC236}">
                <a16:creationId xmlns:a16="http://schemas.microsoft.com/office/drawing/2014/main" id="{CD52A414-1FA9-4A58-BABA-1B403F325CA5}"/>
              </a:ext>
            </a:extLst>
          </p:cNvPr>
          <p:cNvSpPr>
            <a:spLocks noGrp="1"/>
          </p:cNvSpPr>
          <p:nvPr>
            <p:ph type="title"/>
          </p:nvPr>
        </p:nvSpPr>
        <p:spPr/>
        <p:txBody>
          <a:bodyPr/>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EAD9C2EC-A78B-4630-889A-E1F8FAA1906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EA2F2EF4-5B46-4EDF-B29A-41A1ED1BAAEC}"/>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BAB28535-291B-40F4-9448-D883B014621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31650A6F-9110-4ECC-8885-A2A8C7CEC006}"/>
              </a:ext>
            </a:extLst>
          </p:cNvPr>
          <p:cNvSpPr>
            <a:spLocks noGrp="1"/>
          </p:cNvSpPr>
          <p:nvPr>
            <p:ph type="sldNum" sz="quarter" idx="12"/>
          </p:nvPr>
        </p:nvSpPr>
        <p:spPr/>
        <p:txBody>
          <a:bodyPr/>
          <a:lstStyle/>
          <a:p>
            <a:fld id="{AA32ABB0-4932-4418-8BA7-5CC92745B86E}" type="slidenum">
              <a:rPr lang="en-GB" smtClean="0"/>
              <a:t>‹#›</a:t>
            </a:fld>
            <a:endParaRPr lang="en-GB"/>
          </a:p>
        </p:txBody>
      </p:sp>
      <p:pic>
        <p:nvPicPr>
          <p:cNvPr id="8" name="Picture 7">
            <a:extLst>
              <a:ext uri="{FF2B5EF4-FFF2-40B4-BE49-F238E27FC236}">
                <a16:creationId xmlns:a16="http://schemas.microsoft.com/office/drawing/2014/main" id="{E48DD047-1B2D-43BB-8165-675B9433488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29524522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EFCF911-0A83-4110-8304-B65AD77BC4C6}"/>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GB"/>
          </a:p>
        </p:txBody>
      </p:sp>
      <p:sp>
        <p:nvSpPr>
          <p:cNvPr id="3" name="Vertical Text Placeholder 2">
            <a:extLst>
              <a:ext uri="{FF2B5EF4-FFF2-40B4-BE49-F238E27FC236}">
                <a16:creationId xmlns:a16="http://schemas.microsoft.com/office/drawing/2014/main" id="{A892462C-BF56-4BA1-810F-AF242CC27681}"/>
              </a:ext>
            </a:extLst>
          </p:cNvPr>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F91D1B5-7687-427F-A312-196237056F54}"/>
              </a:ext>
            </a:extLst>
          </p:cNvPr>
          <p:cNvSpPr>
            <a:spLocks noGrp="1"/>
          </p:cNvSpPr>
          <p:nvPr>
            <p:ph type="dt" sz="half" idx="10"/>
          </p:nvPr>
        </p:nvSpPr>
        <p:spPr/>
        <p:txBody>
          <a:body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F40AE6FB-9359-4046-8012-63508FA5D60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5CAC4157-3702-461D-A33E-6339EA6ABFC2}"/>
              </a:ext>
            </a:extLst>
          </p:cNvPr>
          <p:cNvSpPr>
            <a:spLocks noGrp="1"/>
          </p:cNvSpPr>
          <p:nvPr>
            <p:ph type="sldNum" sz="quarter" idx="12"/>
          </p:nvPr>
        </p:nvSpPr>
        <p:spPr/>
        <p:txBody>
          <a:bodyPr/>
          <a:lstStyle/>
          <a:p>
            <a:fld id="{AA32ABB0-4932-4418-8BA7-5CC92745B86E}" type="slidenum">
              <a:rPr lang="en-GB" smtClean="0"/>
              <a:t>‹#›</a:t>
            </a:fld>
            <a:endParaRPr lang="en-GB"/>
          </a:p>
        </p:txBody>
      </p:sp>
    </p:spTree>
    <p:extLst>
      <p:ext uri="{BB962C8B-B14F-4D97-AF65-F5344CB8AC3E}">
        <p14:creationId xmlns:p14="http://schemas.microsoft.com/office/powerpoint/2010/main" val="1320395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D4FB070A-9E65-4FB7-BFE4-847EDD66E7CC}"/>
              </a:ext>
            </a:extLst>
          </p:cNvPr>
          <p:cNvSpPr/>
          <p:nvPr userDrawn="1"/>
        </p:nvSpPr>
        <p:spPr>
          <a:xfrm>
            <a:off x="0" y="6186792"/>
            <a:ext cx="9144000" cy="671209"/>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2" name="Title Placeholder 1">
            <a:extLst>
              <a:ext uri="{FF2B5EF4-FFF2-40B4-BE49-F238E27FC236}">
                <a16:creationId xmlns:a16="http://schemas.microsoft.com/office/drawing/2014/main" id="{F4BA8E00-4457-41D1-B4FD-15307275498E}"/>
              </a:ext>
            </a:extLst>
          </p:cNvPr>
          <p:cNvSpPr>
            <a:spLocks noGrp="1"/>
          </p:cNvSpPr>
          <p:nvPr>
            <p:ph type="title"/>
          </p:nvPr>
        </p:nvSpPr>
        <p:spPr>
          <a:xfrm>
            <a:off x="628650" y="1076416"/>
            <a:ext cx="7886700" cy="614273"/>
          </a:xfrm>
          <a:prstGeom prst="rect">
            <a:avLst/>
          </a:prstGeom>
        </p:spPr>
        <p:txBody>
          <a:bodyPr vert="horz" lIns="91440" tIns="45720" rIns="91440" bIns="45720" rtlCol="0" anchor="ctr">
            <a:noAutofit/>
          </a:bodyPr>
          <a:lstStyle/>
          <a:p>
            <a:r>
              <a:rPr lang="en-US"/>
              <a:t>Click to edit Master title style</a:t>
            </a:r>
            <a:endParaRPr lang="en-GB" dirty="0"/>
          </a:p>
        </p:txBody>
      </p:sp>
      <p:sp>
        <p:nvSpPr>
          <p:cNvPr id="3" name="Text Placeholder 2">
            <a:extLst>
              <a:ext uri="{FF2B5EF4-FFF2-40B4-BE49-F238E27FC236}">
                <a16:creationId xmlns:a16="http://schemas.microsoft.com/office/drawing/2014/main" id="{3DF9F00E-311C-48C6-8655-E422E66E807C}"/>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CAA99158-9502-4881-B618-2DFECFDB100B}"/>
              </a:ext>
            </a:extLst>
          </p:cNvPr>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5938AE-843D-41B0-987C-87AD068B6302}" type="datetimeFigureOut">
              <a:rPr lang="en-GB" smtClean="0"/>
              <a:t>12/04/2020</a:t>
            </a:fld>
            <a:endParaRPr lang="en-GB"/>
          </a:p>
        </p:txBody>
      </p:sp>
      <p:sp>
        <p:nvSpPr>
          <p:cNvPr id="5" name="Footer Placeholder 4">
            <a:extLst>
              <a:ext uri="{FF2B5EF4-FFF2-40B4-BE49-F238E27FC236}">
                <a16:creationId xmlns:a16="http://schemas.microsoft.com/office/drawing/2014/main" id="{D1C7B8D0-4AB8-4D88-9910-9E595AED3111}"/>
              </a:ext>
            </a:extLst>
          </p:cNvPr>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a:extLst>
              <a:ext uri="{FF2B5EF4-FFF2-40B4-BE49-F238E27FC236}">
                <a16:creationId xmlns:a16="http://schemas.microsoft.com/office/drawing/2014/main" id="{F0F59A03-777A-4F39-8237-8BDC95A6902B}"/>
              </a:ext>
            </a:extLst>
          </p:cNvPr>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A32ABB0-4932-4418-8BA7-5CC92745B86E}" type="slidenum">
              <a:rPr lang="en-GB" smtClean="0"/>
              <a:t>‹#›</a:t>
            </a:fld>
            <a:endParaRPr lang="en-GB"/>
          </a:p>
        </p:txBody>
      </p:sp>
      <p:sp>
        <p:nvSpPr>
          <p:cNvPr id="10" name="Right Triangle 9">
            <a:extLst>
              <a:ext uri="{FF2B5EF4-FFF2-40B4-BE49-F238E27FC236}">
                <a16:creationId xmlns:a16="http://schemas.microsoft.com/office/drawing/2014/main" id="{827CE7B0-67CC-4AC5-AA6C-0FC7EADC819E}"/>
              </a:ext>
            </a:extLst>
          </p:cNvPr>
          <p:cNvSpPr>
            <a:spLocks noChangeAspect="1"/>
          </p:cNvSpPr>
          <p:nvPr userDrawn="1"/>
        </p:nvSpPr>
        <p:spPr>
          <a:xfrm flipH="1" flipV="1">
            <a:off x="-4" y="-3675"/>
            <a:ext cx="7408229" cy="1070262"/>
          </a:xfrm>
          <a:prstGeom prst="r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nvGrpSpPr>
          <p:cNvPr id="14" name="Group 13">
            <a:extLst>
              <a:ext uri="{FF2B5EF4-FFF2-40B4-BE49-F238E27FC236}">
                <a16:creationId xmlns:a16="http://schemas.microsoft.com/office/drawing/2014/main" id="{51C9BB7A-254C-4017-B0E6-52522944BF15}"/>
              </a:ext>
            </a:extLst>
          </p:cNvPr>
          <p:cNvGrpSpPr>
            <a:grpSpLocks noChangeAspect="1"/>
          </p:cNvGrpSpPr>
          <p:nvPr userDrawn="1"/>
        </p:nvGrpSpPr>
        <p:grpSpPr>
          <a:xfrm>
            <a:off x="7455312" y="-3675"/>
            <a:ext cx="1688689" cy="1070262"/>
            <a:chOff x="7157006" y="2619398"/>
            <a:chExt cx="2907188" cy="1381896"/>
          </a:xfrm>
        </p:grpSpPr>
        <p:pic>
          <p:nvPicPr>
            <p:cNvPr id="12" name="Picture 11">
              <a:extLst>
                <a:ext uri="{FF2B5EF4-FFF2-40B4-BE49-F238E27FC236}">
                  <a16:creationId xmlns:a16="http://schemas.microsoft.com/office/drawing/2014/main" id="{0C0A0B23-AD0B-41D8-AEDC-9914CA21514F}"/>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t="19149" b="17402"/>
            <a:stretch/>
          </p:blipFill>
          <p:spPr>
            <a:xfrm>
              <a:off x="7157006" y="2619398"/>
              <a:ext cx="2907188" cy="1381896"/>
            </a:xfrm>
            <a:prstGeom prst="rect">
              <a:avLst/>
            </a:prstGeom>
            <a:ln>
              <a:noFill/>
            </a:ln>
          </p:spPr>
        </p:pic>
        <p:sp>
          <p:nvSpPr>
            <p:cNvPr id="13" name="Rectangle 12">
              <a:extLst>
                <a:ext uri="{FF2B5EF4-FFF2-40B4-BE49-F238E27FC236}">
                  <a16:creationId xmlns:a16="http://schemas.microsoft.com/office/drawing/2014/main" id="{4F549534-AA87-456C-8F23-80AA937B7C90}"/>
                </a:ext>
              </a:extLst>
            </p:cNvPr>
            <p:cNvSpPr/>
            <p:nvPr userDrawn="1"/>
          </p:nvSpPr>
          <p:spPr>
            <a:xfrm>
              <a:off x="7859949" y="3832698"/>
              <a:ext cx="1420238" cy="13618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800"/>
            </a:p>
          </p:txBody>
        </p:sp>
      </p:grpSp>
      <p:sp>
        <p:nvSpPr>
          <p:cNvPr id="15" name="Rectangle 14">
            <a:extLst>
              <a:ext uri="{FF2B5EF4-FFF2-40B4-BE49-F238E27FC236}">
                <a16:creationId xmlns:a16="http://schemas.microsoft.com/office/drawing/2014/main" id="{8489062F-A0CC-42F3-ABF2-8AC050F9239E}"/>
              </a:ext>
            </a:extLst>
          </p:cNvPr>
          <p:cNvSpPr/>
          <p:nvPr userDrawn="1"/>
        </p:nvSpPr>
        <p:spPr>
          <a:xfrm>
            <a:off x="7408225" y="219"/>
            <a:ext cx="47087" cy="1066368"/>
          </a:xfrm>
          <a:prstGeom prst="rect">
            <a:avLst/>
          </a:prstGeom>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sp>
        <p:nvSpPr>
          <p:cNvPr id="16" name="Right Triangle 15">
            <a:extLst>
              <a:ext uri="{FF2B5EF4-FFF2-40B4-BE49-F238E27FC236}">
                <a16:creationId xmlns:a16="http://schemas.microsoft.com/office/drawing/2014/main" id="{40082B60-2115-4EE8-8C33-64706A3463E4}"/>
              </a:ext>
            </a:extLst>
          </p:cNvPr>
          <p:cNvSpPr/>
          <p:nvPr userDrawn="1"/>
        </p:nvSpPr>
        <p:spPr>
          <a:xfrm>
            <a:off x="-4" y="0"/>
            <a:ext cx="3137175" cy="457200"/>
          </a:xfrm>
          <a:prstGeom prst="rtTriangle">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GB" sz="1800"/>
          </a:p>
        </p:txBody>
      </p:sp>
      <p:pic>
        <p:nvPicPr>
          <p:cNvPr id="18" name="Picture 17">
            <a:extLst>
              <a:ext uri="{FF2B5EF4-FFF2-40B4-BE49-F238E27FC236}">
                <a16:creationId xmlns:a16="http://schemas.microsoft.com/office/drawing/2014/main" id="{B49C4564-4CBE-49D3-98B9-70F0D66B4D20}"/>
              </a:ext>
            </a:extLst>
          </p:cNvPr>
          <p:cNvPicPr>
            <a:picLocks noChangeAspect="1"/>
          </p:cNvPicPr>
          <p:nvPr userDrawn="1"/>
        </p:nvPicPr>
        <p:blipFill rotWithShape="1">
          <a:blip r:embed="rId13">
            <a:extLst>
              <a:ext uri="{28A0092B-C50C-407E-A947-70E740481C1C}">
                <a14:useLocalDpi xmlns:a14="http://schemas.microsoft.com/office/drawing/2010/main" val="0"/>
              </a:ext>
            </a:extLst>
          </a:blip>
          <a:srcRect l="34309" t="20369" r="33600" b="42837"/>
          <a:stretch/>
        </p:blipFill>
        <p:spPr>
          <a:xfrm>
            <a:off x="0" y="6186792"/>
            <a:ext cx="576365" cy="660085"/>
          </a:xfrm>
          <a:prstGeom prst="rect">
            <a:avLst/>
          </a:prstGeom>
        </p:spPr>
      </p:pic>
    </p:spTree>
    <p:extLst>
      <p:ext uri="{BB962C8B-B14F-4D97-AF65-F5344CB8AC3E}">
        <p14:creationId xmlns:p14="http://schemas.microsoft.com/office/powerpoint/2010/main" val="2451355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32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C8AD-BE6F-4E36-9F8C-A857B3E3F24A}"/>
              </a:ext>
            </a:extLst>
          </p:cNvPr>
          <p:cNvSpPr>
            <a:spLocks noGrp="1"/>
          </p:cNvSpPr>
          <p:nvPr>
            <p:ph type="ctrTitle"/>
          </p:nvPr>
        </p:nvSpPr>
        <p:spPr>
          <a:xfrm>
            <a:off x="1142998" y="3070426"/>
            <a:ext cx="6521335" cy="1270402"/>
          </a:xfrm>
        </p:spPr>
        <p:txBody>
          <a:bodyPr/>
          <a:lstStyle/>
          <a:p>
            <a:r>
              <a:rPr lang="en-GB" b="1" dirty="0"/>
              <a:t>Power BI Quick Start – How to Create a Dashboard in Under 90 Minutes</a:t>
            </a:r>
            <a:endParaRPr lang="en-GB" sz="5400" b="1" dirty="0"/>
          </a:p>
        </p:txBody>
      </p:sp>
      <p:pic>
        <p:nvPicPr>
          <p:cNvPr id="4" name="Picture 3" descr="A picture containing drawing&#10;&#10;Description automatically generated">
            <a:extLst>
              <a:ext uri="{FF2B5EF4-FFF2-40B4-BE49-F238E27FC236}">
                <a16:creationId xmlns:a16="http://schemas.microsoft.com/office/drawing/2014/main" id="{A1B452CD-4F59-4571-9F95-0DE145D17F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13880" y="4710914"/>
            <a:ext cx="4579573" cy="1723380"/>
          </a:xfrm>
          <a:prstGeom prst="rect">
            <a:avLst/>
          </a:prstGeom>
        </p:spPr>
      </p:pic>
    </p:spTree>
    <p:extLst>
      <p:ext uri="{BB962C8B-B14F-4D97-AF65-F5344CB8AC3E}">
        <p14:creationId xmlns:p14="http://schemas.microsoft.com/office/powerpoint/2010/main" val="37424929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A742F6-31C4-407D-AFD5-91F6012344E7}"/>
              </a:ext>
            </a:extLst>
          </p:cNvPr>
          <p:cNvSpPr>
            <a:spLocks noGrp="1"/>
          </p:cNvSpPr>
          <p:nvPr>
            <p:ph type="title"/>
          </p:nvPr>
        </p:nvSpPr>
        <p:spPr>
          <a:xfrm>
            <a:off x="628650" y="1076416"/>
            <a:ext cx="3873616" cy="614273"/>
          </a:xfrm>
        </p:spPr>
        <p:txBody>
          <a:bodyPr/>
          <a:lstStyle/>
          <a:p>
            <a:r>
              <a:rPr lang="en-GB" dirty="0"/>
              <a:t>Introduction</a:t>
            </a:r>
          </a:p>
        </p:txBody>
      </p:sp>
      <p:sp>
        <p:nvSpPr>
          <p:cNvPr id="8" name="TextBox 7">
            <a:extLst>
              <a:ext uri="{FF2B5EF4-FFF2-40B4-BE49-F238E27FC236}">
                <a16:creationId xmlns:a16="http://schemas.microsoft.com/office/drawing/2014/main" id="{013887D0-98AD-4FB8-B32B-1D10B3061E56}"/>
              </a:ext>
            </a:extLst>
          </p:cNvPr>
          <p:cNvSpPr txBox="1"/>
          <p:nvPr/>
        </p:nvSpPr>
        <p:spPr>
          <a:xfrm>
            <a:off x="628650" y="1627208"/>
            <a:ext cx="4013086" cy="246599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en-GB" sz="2100" dirty="0"/>
              <a:t>Jason Davidson.</a:t>
            </a:r>
          </a:p>
          <a:p>
            <a:pPr marL="342900" indent="-342900">
              <a:lnSpc>
                <a:spcPct val="150000"/>
              </a:lnSpc>
              <a:buFont typeface="Arial" panose="020B0604020202020204" pitchFamily="34" charset="0"/>
              <a:buChar char="•"/>
            </a:pPr>
            <a:r>
              <a:rPr lang="en-GB" sz="2100" dirty="0"/>
              <a:t>Reliability Engineer.</a:t>
            </a:r>
          </a:p>
          <a:p>
            <a:pPr marL="342900" indent="-342900">
              <a:lnSpc>
                <a:spcPct val="150000"/>
              </a:lnSpc>
              <a:buFont typeface="Arial" panose="020B0604020202020204" pitchFamily="34" charset="0"/>
              <a:buChar char="•"/>
            </a:pPr>
            <a:r>
              <a:rPr lang="en-GB" sz="2100" dirty="0"/>
              <a:t>Use Power BI to build maintenance and reliability KPI dashboards and reports.</a:t>
            </a:r>
          </a:p>
        </p:txBody>
      </p:sp>
    </p:spTree>
    <p:extLst>
      <p:ext uri="{BB962C8B-B14F-4D97-AF65-F5344CB8AC3E}">
        <p14:creationId xmlns:p14="http://schemas.microsoft.com/office/powerpoint/2010/main" val="156181223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1589D-BA57-43FF-81E9-FD4946D91A0A}"/>
              </a:ext>
            </a:extLst>
          </p:cNvPr>
          <p:cNvSpPr>
            <a:spLocks noGrp="1"/>
          </p:cNvSpPr>
          <p:nvPr>
            <p:ph type="title"/>
          </p:nvPr>
        </p:nvSpPr>
        <p:spPr/>
        <p:txBody>
          <a:bodyPr/>
          <a:lstStyle/>
          <a:p>
            <a:r>
              <a:rPr lang="en-GB" b="1" dirty="0"/>
              <a:t>5 Step Effective Dashboard Building Process</a:t>
            </a:r>
          </a:p>
        </p:txBody>
      </p:sp>
      <p:graphicFrame>
        <p:nvGraphicFramePr>
          <p:cNvPr id="4" name="Content Placeholder 3">
            <a:extLst>
              <a:ext uri="{FF2B5EF4-FFF2-40B4-BE49-F238E27FC236}">
                <a16:creationId xmlns:a16="http://schemas.microsoft.com/office/drawing/2014/main" id="{697E5DEB-6852-4BA9-AB91-F19D9C397BD7}"/>
              </a:ext>
            </a:extLst>
          </p:cNvPr>
          <p:cNvGraphicFramePr>
            <a:graphicFrameLocks/>
          </p:cNvGraphicFramePr>
          <p:nvPr>
            <p:extLst>
              <p:ext uri="{D42A27DB-BD31-4B8C-83A1-F6EECF244321}">
                <p14:modId xmlns:p14="http://schemas.microsoft.com/office/powerpoint/2010/main" val="3718324414"/>
              </p:ext>
            </p:extLst>
          </p:nvPr>
        </p:nvGraphicFramePr>
        <p:xfrm>
          <a:off x="81280" y="1907494"/>
          <a:ext cx="8981440" cy="327120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5894816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37E9-D2C8-4739-A550-A940838442D0}"/>
              </a:ext>
            </a:extLst>
          </p:cNvPr>
          <p:cNvSpPr>
            <a:spLocks noGrp="1"/>
          </p:cNvSpPr>
          <p:nvPr>
            <p:ph type="title"/>
          </p:nvPr>
        </p:nvSpPr>
        <p:spPr/>
        <p:txBody>
          <a:bodyPr/>
          <a:lstStyle/>
          <a:p>
            <a:r>
              <a:rPr lang="en-GB" b="1" dirty="0"/>
              <a:t>1. Define</a:t>
            </a:r>
          </a:p>
        </p:txBody>
      </p:sp>
      <p:sp>
        <p:nvSpPr>
          <p:cNvPr id="3" name="Content Placeholder 2">
            <a:extLst>
              <a:ext uri="{FF2B5EF4-FFF2-40B4-BE49-F238E27FC236}">
                <a16:creationId xmlns:a16="http://schemas.microsoft.com/office/drawing/2014/main" id="{2F23E920-CC10-4D39-9BFC-33D56A555D81}"/>
              </a:ext>
            </a:extLst>
          </p:cNvPr>
          <p:cNvSpPr>
            <a:spLocks noGrp="1"/>
          </p:cNvSpPr>
          <p:nvPr>
            <p:ph idx="1"/>
          </p:nvPr>
        </p:nvSpPr>
        <p:spPr/>
        <p:txBody>
          <a:bodyPr>
            <a:normAutofit/>
          </a:bodyPr>
          <a:lstStyle/>
          <a:p>
            <a:pPr marL="0" indent="0">
              <a:buNone/>
            </a:pPr>
            <a:r>
              <a:rPr lang="en-GB" b="1" dirty="0"/>
              <a:t>What is the goal of the dashboard?</a:t>
            </a:r>
            <a:endParaRPr lang="en-GB" dirty="0"/>
          </a:p>
          <a:p>
            <a:pPr marL="0" indent="0">
              <a:buNone/>
            </a:pPr>
            <a:r>
              <a:rPr lang="en-GB" dirty="0"/>
              <a:t>To allow the </a:t>
            </a:r>
            <a:r>
              <a:rPr lang="en-GB" b="1" dirty="0"/>
              <a:t>site manager</a:t>
            </a:r>
            <a:r>
              <a:rPr lang="en-GB" dirty="0"/>
              <a:t> and </a:t>
            </a:r>
            <a:r>
              <a:rPr lang="en-GB" b="1" dirty="0"/>
              <a:t>department team leaders</a:t>
            </a:r>
            <a:r>
              <a:rPr lang="en-GB" dirty="0"/>
              <a:t> to quickly and easily understand:</a:t>
            </a:r>
          </a:p>
          <a:p>
            <a:pPr lvl="1"/>
            <a:r>
              <a:rPr lang="en-GB" dirty="0"/>
              <a:t>What is the number of overdue work orders?</a:t>
            </a:r>
          </a:p>
          <a:p>
            <a:pPr lvl="1"/>
            <a:r>
              <a:rPr lang="en-GB" dirty="0"/>
              <a:t>What is the volume of man-hours associated with this work?</a:t>
            </a:r>
          </a:p>
          <a:p>
            <a:pPr lvl="1"/>
            <a:r>
              <a:rPr lang="en-GB" dirty="0"/>
              <a:t>The risk that exists due to maintenance work that is in backlog?</a:t>
            </a:r>
          </a:p>
          <a:p>
            <a:pPr lvl="1"/>
            <a:r>
              <a:rPr lang="en-GB" dirty="0"/>
              <a:t>Who is responsible for the work?</a:t>
            </a:r>
          </a:p>
        </p:txBody>
      </p:sp>
    </p:spTree>
    <p:extLst>
      <p:ext uri="{BB962C8B-B14F-4D97-AF65-F5344CB8AC3E}">
        <p14:creationId xmlns:p14="http://schemas.microsoft.com/office/powerpoint/2010/main" val="24114989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737E9-D2C8-4739-A550-A940838442D0}"/>
              </a:ext>
            </a:extLst>
          </p:cNvPr>
          <p:cNvSpPr>
            <a:spLocks noGrp="1"/>
          </p:cNvSpPr>
          <p:nvPr>
            <p:ph type="title"/>
          </p:nvPr>
        </p:nvSpPr>
        <p:spPr/>
        <p:txBody>
          <a:bodyPr/>
          <a:lstStyle/>
          <a:p>
            <a:r>
              <a:rPr lang="en-GB" b="1" dirty="0"/>
              <a:t>1. Define</a:t>
            </a:r>
          </a:p>
        </p:txBody>
      </p:sp>
      <p:sp>
        <p:nvSpPr>
          <p:cNvPr id="3" name="Content Placeholder 2">
            <a:extLst>
              <a:ext uri="{FF2B5EF4-FFF2-40B4-BE49-F238E27FC236}">
                <a16:creationId xmlns:a16="http://schemas.microsoft.com/office/drawing/2014/main" id="{2F23E920-CC10-4D39-9BFC-33D56A555D81}"/>
              </a:ext>
            </a:extLst>
          </p:cNvPr>
          <p:cNvSpPr>
            <a:spLocks noGrp="1"/>
          </p:cNvSpPr>
          <p:nvPr>
            <p:ph idx="1"/>
          </p:nvPr>
        </p:nvSpPr>
        <p:spPr/>
        <p:txBody>
          <a:bodyPr>
            <a:normAutofit fontScale="85000" lnSpcReduction="20000"/>
          </a:bodyPr>
          <a:lstStyle/>
          <a:p>
            <a:pPr marL="0" indent="0">
              <a:buNone/>
            </a:pPr>
            <a:r>
              <a:rPr lang="en-GB" b="1" dirty="0"/>
              <a:t>What information is required?</a:t>
            </a:r>
          </a:p>
          <a:p>
            <a:r>
              <a:rPr lang="en-GB" dirty="0"/>
              <a:t>Number of work orders and man-hours related to the work orders that are currently in the site’s work backlog.</a:t>
            </a:r>
            <a:endParaRPr lang="en-GB" b="1" dirty="0"/>
          </a:p>
          <a:p>
            <a:pPr marL="0" indent="0">
              <a:buNone/>
            </a:pPr>
            <a:r>
              <a:rPr lang="en-GB" b="1" dirty="0"/>
              <a:t>Display the backlog work orders by:</a:t>
            </a:r>
          </a:p>
          <a:p>
            <a:r>
              <a:rPr lang="en-GB" b="1" dirty="0"/>
              <a:t>Criticality</a:t>
            </a:r>
            <a:r>
              <a:rPr lang="en-GB" dirty="0"/>
              <a:t> – is the work related to safety, environmental, production or routine maintenance?</a:t>
            </a:r>
          </a:p>
          <a:p>
            <a:r>
              <a:rPr lang="en-GB" b="1" dirty="0"/>
              <a:t>Age of the Work Order – </a:t>
            </a:r>
            <a:r>
              <a:rPr lang="en-GB" dirty="0"/>
              <a:t>How long has it been in backlog for?</a:t>
            </a:r>
          </a:p>
          <a:p>
            <a:r>
              <a:rPr lang="en-GB" b="1" dirty="0"/>
              <a:t>Department </a:t>
            </a:r>
            <a:r>
              <a:rPr lang="en-GB" dirty="0"/>
              <a:t>– Which team leaders is responsible for executing the work?</a:t>
            </a:r>
          </a:p>
          <a:p>
            <a:r>
              <a:rPr lang="en-GB" b="1" dirty="0"/>
              <a:t>Discipline (craft) </a:t>
            </a:r>
            <a:r>
              <a:rPr lang="en-GB" dirty="0"/>
              <a:t>– What skill set is required to liquidate the work?</a:t>
            </a:r>
          </a:p>
        </p:txBody>
      </p:sp>
    </p:spTree>
    <p:extLst>
      <p:ext uri="{BB962C8B-B14F-4D97-AF65-F5344CB8AC3E}">
        <p14:creationId xmlns:p14="http://schemas.microsoft.com/office/powerpoint/2010/main" val="122538580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A1A163-7FAF-42F9-8C30-436E63E4CBC9}"/>
              </a:ext>
            </a:extLst>
          </p:cNvPr>
          <p:cNvSpPr>
            <a:spLocks noGrp="1"/>
          </p:cNvSpPr>
          <p:nvPr>
            <p:ph type="title"/>
          </p:nvPr>
        </p:nvSpPr>
        <p:spPr/>
        <p:txBody>
          <a:bodyPr/>
          <a:lstStyle/>
          <a:p>
            <a:r>
              <a:rPr lang="en-GB" b="1" dirty="0"/>
              <a:t>1. Define</a:t>
            </a:r>
          </a:p>
        </p:txBody>
      </p:sp>
      <p:sp>
        <p:nvSpPr>
          <p:cNvPr id="3" name="Content Placeholder 2">
            <a:extLst>
              <a:ext uri="{FF2B5EF4-FFF2-40B4-BE49-F238E27FC236}">
                <a16:creationId xmlns:a16="http://schemas.microsoft.com/office/drawing/2014/main" id="{F9613FBB-6EE9-4214-9B1D-A25A98116AF0}"/>
              </a:ext>
            </a:extLst>
          </p:cNvPr>
          <p:cNvSpPr>
            <a:spLocks noGrp="1"/>
          </p:cNvSpPr>
          <p:nvPr>
            <p:ph idx="1"/>
          </p:nvPr>
        </p:nvSpPr>
        <p:spPr/>
        <p:txBody>
          <a:bodyPr/>
          <a:lstStyle/>
          <a:p>
            <a:pPr marL="0" indent="0">
              <a:buNone/>
            </a:pPr>
            <a:r>
              <a:rPr lang="en-GB" b="1" dirty="0"/>
              <a:t>What decisions do you want the reader to take?</a:t>
            </a:r>
          </a:p>
          <a:p>
            <a:r>
              <a:rPr lang="en-GB" dirty="0"/>
              <a:t>Determine which work orders from backlog need to be added to the next weekly schedule.</a:t>
            </a:r>
          </a:p>
          <a:p>
            <a:pPr marL="0" indent="0">
              <a:buNone/>
            </a:pPr>
            <a:endParaRPr lang="en-GB" dirty="0"/>
          </a:p>
        </p:txBody>
      </p:sp>
    </p:spTree>
    <p:extLst>
      <p:ext uri="{BB962C8B-B14F-4D97-AF65-F5344CB8AC3E}">
        <p14:creationId xmlns:p14="http://schemas.microsoft.com/office/powerpoint/2010/main" val="42877905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94080B-BAAC-4BAC-AE05-9AD427AD4A18}"/>
              </a:ext>
            </a:extLst>
          </p:cNvPr>
          <p:cNvSpPr>
            <a:spLocks noGrp="1"/>
          </p:cNvSpPr>
          <p:nvPr>
            <p:ph type="title"/>
          </p:nvPr>
        </p:nvSpPr>
        <p:spPr/>
        <p:txBody>
          <a:bodyPr/>
          <a:lstStyle/>
          <a:p>
            <a:r>
              <a:rPr lang="en-GB" b="1" dirty="0"/>
              <a:t>2. Model</a:t>
            </a:r>
            <a:endParaRPr lang="en-GB" dirty="0"/>
          </a:p>
        </p:txBody>
      </p:sp>
      <p:sp>
        <p:nvSpPr>
          <p:cNvPr id="3" name="Content Placeholder 2">
            <a:extLst>
              <a:ext uri="{FF2B5EF4-FFF2-40B4-BE49-F238E27FC236}">
                <a16:creationId xmlns:a16="http://schemas.microsoft.com/office/drawing/2014/main" id="{39D47667-7F12-4220-B051-0BF934AA8DD8}"/>
              </a:ext>
            </a:extLst>
          </p:cNvPr>
          <p:cNvSpPr>
            <a:spLocks noGrp="1"/>
          </p:cNvSpPr>
          <p:nvPr>
            <p:ph idx="1"/>
          </p:nvPr>
        </p:nvSpPr>
        <p:spPr/>
        <p:txBody>
          <a:bodyPr/>
          <a:lstStyle/>
          <a:p>
            <a:r>
              <a:rPr lang="en-GB" dirty="0"/>
              <a:t>What business records are required?</a:t>
            </a:r>
          </a:p>
          <a:p>
            <a:pPr lvl="1"/>
            <a:r>
              <a:rPr lang="en-GB" dirty="0"/>
              <a:t>Work Order records.</a:t>
            </a:r>
          </a:p>
          <a:p>
            <a:r>
              <a:rPr lang="en-GB" dirty="0"/>
              <a:t>Where is the data?</a:t>
            </a:r>
          </a:p>
          <a:p>
            <a:pPr lvl="1"/>
            <a:r>
              <a:rPr lang="en-GB" dirty="0"/>
              <a:t>The company CMMS.</a:t>
            </a:r>
          </a:p>
        </p:txBody>
      </p:sp>
    </p:spTree>
    <p:extLst>
      <p:ext uri="{BB962C8B-B14F-4D97-AF65-F5344CB8AC3E}">
        <p14:creationId xmlns:p14="http://schemas.microsoft.com/office/powerpoint/2010/main" val="24527993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DCB4B-72DE-41D9-A7AB-BF56B4E133DC}"/>
              </a:ext>
            </a:extLst>
          </p:cNvPr>
          <p:cNvSpPr>
            <a:spLocks noGrp="1"/>
          </p:cNvSpPr>
          <p:nvPr>
            <p:ph type="title"/>
          </p:nvPr>
        </p:nvSpPr>
        <p:spPr/>
        <p:txBody>
          <a:bodyPr/>
          <a:lstStyle/>
          <a:p>
            <a:r>
              <a:rPr lang="en-GB" b="1" dirty="0"/>
              <a:t>2. Model</a:t>
            </a:r>
            <a:endParaRPr lang="en-GB" dirty="0"/>
          </a:p>
        </p:txBody>
      </p:sp>
      <p:sp>
        <p:nvSpPr>
          <p:cNvPr id="3" name="Content Placeholder 2">
            <a:extLst>
              <a:ext uri="{FF2B5EF4-FFF2-40B4-BE49-F238E27FC236}">
                <a16:creationId xmlns:a16="http://schemas.microsoft.com/office/drawing/2014/main" id="{C6EC89A2-79CB-491C-89CA-57192AD2539D}"/>
              </a:ext>
            </a:extLst>
          </p:cNvPr>
          <p:cNvSpPr>
            <a:spLocks noGrp="1"/>
          </p:cNvSpPr>
          <p:nvPr>
            <p:ph idx="1"/>
          </p:nvPr>
        </p:nvSpPr>
        <p:spPr/>
        <p:txBody>
          <a:bodyPr/>
          <a:lstStyle/>
          <a:p>
            <a:pPr marL="0" indent="0">
              <a:buNone/>
            </a:pPr>
            <a:r>
              <a:rPr lang="en-GB" b="1" dirty="0"/>
              <a:t>Backlog Business Rules:</a:t>
            </a:r>
          </a:p>
          <a:p>
            <a:r>
              <a:rPr lang="en-GB" dirty="0"/>
              <a:t>A work order is in backlog if:</a:t>
            </a:r>
          </a:p>
          <a:p>
            <a:pPr lvl="1"/>
            <a:r>
              <a:rPr lang="en-GB" dirty="0"/>
              <a:t>The current date is greater than the work order target finish date.</a:t>
            </a:r>
          </a:p>
          <a:p>
            <a:pPr lvl="1"/>
            <a:r>
              <a:rPr lang="en-GB" dirty="0"/>
              <a:t>AND the work order has not been completed.</a:t>
            </a:r>
          </a:p>
          <a:p>
            <a:pPr lvl="1"/>
            <a:endParaRPr lang="en-GB" dirty="0"/>
          </a:p>
          <a:p>
            <a:r>
              <a:rPr lang="en-GB" b="1" dirty="0"/>
              <a:t>Note: </a:t>
            </a:r>
            <a:r>
              <a:rPr lang="en-GB" dirty="0"/>
              <a:t>the current date for the purpose of this report is taken as the date the work order data was extracted from the CMMS.</a:t>
            </a:r>
          </a:p>
        </p:txBody>
      </p:sp>
    </p:spTree>
    <p:extLst>
      <p:ext uri="{BB962C8B-B14F-4D97-AF65-F5344CB8AC3E}">
        <p14:creationId xmlns:p14="http://schemas.microsoft.com/office/powerpoint/2010/main" val="27545922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F50F6-2DF3-43F6-A736-4D9DDE87A232}"/>
              </a:ext>
            </a:extLst>
          </p:cNvPr>
          <p:cNvSpPr>
            <a:spLocks noGrp="1"/>
          </p:cNvSpPr>
          <p:nvPr>
            <p:ph type="title"/>
          </p:nvPr>
        </p:nvSpPr>
        <p:spPr/>
        <p:txBody>
          <a:bodyPr/>
          <a:lstStyle/>
          <a:p>
            <a:r>
              <a:rPr lang="en-GB" b="1" dirty="0"/>
              <a:t>2. Model – Work Order Status Codes</a:t>
            </a:r>
          </a:p>
        </p:txBody>
      </p:sp>
      <p:graphicFrame>
        <p:nvGraphicFramePr>
          <p:cNvPr id="5" name="Table 4">
            <a:extLst>
              <a:ext uri="{FF2B5EF4-FFF2-40B4-BE49-F238E27FC236}">
                <a16:creationId xmlns:a16="http://schemas.microsoft.com/office/drawing/2014/main" id="{A8EC35C7-E271-4DD1-8127-2EB6BCEABB49}"/>
              </a:ext>
            </a:extLst>
          </p:cNvPr>
          <p:cNvGraphicFramePr>
            <a:graphicFrameLocks noGrp="1"/>
          </p:cNvGraphicFramePr>
          <p:nvPr>
            <p:extLst>
              <p:ext uri="{D42A27DB-BD31-4B8C-83A1-F6EECF244321}">
                <p14:modId xmlns:p14="http://schemas.microsoft.com/office/powerpoint/2010/main" val="2051773596"/>
              </p:ext>
            </p:extLst>
          </p:nvPr>
        </p:nvGraphicFramePr>
        <p:xfrm>
          <a:off x="443583" y="1753295"/>
          <a:ext cx="4015991" cy="4301595"/>
        </p:xfrm>
        <a:graphic>
          <a:graphicData uri="http://schemas.openxmlformats.org/drawingml/2006/table">
            <a:tbl>
              <a:tblPr firstRow="1" bandRow="1">
                <a:tableStyleId>{5C22544A-7EE6-4342-B048-85BDC9FD1C3A}</a:tableStyleId>
              </a:tblPr>
              <a:tblGrid>
                <a:gridCol w="1137879">
                  <a:extLst>
                    <a:ext uri="{9D8B030D-6E8A-4147-A177-3AD203B41FA5}">
                      <a16:colId xmlns:a16="http://schemas.microsoft.com/office/drawing/2014/main" val="296692983"/>
                    </a:ext>
                  </a:extLst>
                </a:gridCol>
                <a:gridCol w="2878112">
                  <a:extLst>
                    <a:ext uri="{9D8B030D-6E8A-4147-A177-3AD203B41FA5}">
                      <a16:colId xmlns:a16="http://schemas.microsoft.com/office/drawing/2014/main" val="8393394"/>
                    </a:ext>
                  </a:extLst>
                </a:gridCol>
              </a:tblGrid>
              <a:tr h="367065">
                <a:tc>
                  <a:txBody>
                    <a:bodyPr/>
                    <a:lstStyle/>
                    <a:p>
                      <a:r>
                        <a:rPr lang="en-GB" sz="1200" dirty="0">
                          <a:latin typeface="Segoe UI" panose="020B0502040204020203" pitchFamily="34" charset="0"/>
                          <a:cs typeface="Segoe UI" panose="020B0502040204020203" pitchFamily="34" charset="0"/>
                        </a:rPr>
                        <a:t>Work Order Status Code</a:t>
                      </a:r>
                    </a:p>
                  </a:txBody>
                  <a:tcPr/>
                </a:tc>
                <a:tc>
                  <a:txBody>
                    <a:bodyPr/>
                    <a:lstStyle/>
                    <a:p>
                      <a:r>
                        <a:rPr lang="en-GB" sz="1200" dirty="0">
                          <a:latin typeface="Segoe UI" panose="020B0502040204020203" pitchFamily="34" charset="0"/>
                          <a:cs typeface="Segoe UI" panose="020B0502040204020203" pitchFamily="34" charset="0"/>
                        </a:rPr>
                        <a:t>Definition</a:t>
                      </a:r>
                    </a:p>
                  </a:txBody>
                  <a:tcPr/>
                </a:tc>
                <a:extLst>
                  <a:ext uri="{0D108BD9-81ED-4DB2-BD59-A6C34878D82A}">
                    <a16:rowId xmlns:a16="http://schemas.microsoft.com/office/drawing/2014/main" val="3416758384"/>
                  </a:ext>
                </a:extLst>
              </a:tr>
              <a:tr h="367065">
                <a:tc>
                  <a:txBody>
                    <a:bodyPr/>
                    <a:lstStyle/>
                    <a:p>
                      <a:r>
                        <a:rPr lang="en-GB" sz="1200" dirty="0">
                          <a:latin typeface="Segoe UI" panose="020B0502040204020203" pitchFamily="34" charset="0"/>
                          <a:cs typeface="Segoe UI" panose="020B0502040204020203" pitchFamily="34" charset="0"/>
                        </a:rPr>
                        <a:t>WRISKREV</a:t>
                      </a:r>
                    </a:p>
                  </a:txBody>
                  <a:tcPr/>
                </a:tc>
                <a:tc>
                  <a:txBody>
                    <a:bodyPr/>
                    <a:lstStyle/>
                    <a:p>
                      <a:r>
                        <a:rPr lang="en-GB" sz="1200" dirty="0">
                          <a:latin typeface="Segoe UI" panose="020B0502040204020203" pitchFamily="34" charset="0"/>
                          <a:cs typeface="Segoe UI" panose="020B0502040204020203" pitchFamily="34" charset="0"/>
                        </a:rPr>
                        <a:t>Waiting for new work order risk and quality review from work order review team.</a:t>
                      </a:r>
                    </a:p>
                  </a:txBody>
                  <a:tcPr/>
                </a:tc>
                <a:extLst>
                  <a:ext uri="{0D108BD9-81ED-4DB2-BD59-A6C34878D82A}">
                    <a16:rowId xmlns:a16="http://schemas.microsoft.com/office/drawing/2014/main" val="3311963256"/>
                  </a:ext>
                </a:extLst>
              </a:tr>
              <a:tr h="485821">
                <a:tc>
                  <a:txBody>
                    <a:bodyPr/>
                    <a:lstStyle/>
                    <a:p>
                      <a:r>
                        <a:rPr lang="en-GB" sz="1200" dirty="0">
                          <a:latin typeface="Segoe UI" panose="020B0502040204020203" pitchFamily="34" charset="0"/>
                          <a:cs typeface="Segoe UI" panose="020B0502040204020203" pitchFamily="34" charset="0"/>
                        </a:rPr>
                        <a:t>WRISKQ</a:t>
                      </a:r>
                    </a:p>
                  </a:txBody>
                  <a:tcPr/>
                </a:tc>
                <a:tc>
                  <a:txBody>
                    <a:bodyPr/>
                    <a:lstStyle/>
                    <a:p>
                      <a:r>
                        <a:rPr lang="en-GB" sz="1200" dirty="0">
                          <a:latin typeface="Segoe UI" panose="020B0502040204020203" pitchFamily="34" charset="0"/>
                          <a:cs typeface="Segoe UI" panose="020B0502040204020203" pitchFamily="34" charset="0"/>
                        </a:rPr>
                        <a:t>Waiting for a query from the work order review team. I.e. some of the information required in not clear or missing.</a:t>
                      </a:r>
                    </a:p>
                  </a:txBody>
                  <a:tcPr/>
                </a:tc>
                <a:extLst>
                  <a:ext uri="{0D108BD9-81ED-4DB2-BD59-A6C34878D82A}">
                    <a16:rowId xmlns:a16="http://schemas.microsoft.com/office/drawing/2014/main" val="3851244769"/>
                  </a:ext>
                </a:extLst>
              </a:tr>
              <a:tr h="485821">
                <a:tc>
                  <a:txBody>
                    <a:bodyPr/>
                    <a:lstStyle/>
                    <a:p>
                      <a:r>
                        <a:rPr lang="en-GB" sz="1200" dirty="0">
                          <a:latin typeface="Segoe UI" panose="020B0502040204020203" pitchFamily="34" charset="0"/>
                          <a:cs typeface="Segoe UI" panose="020B0502040204020203" pitchFamily="34" charset="0"/>
                        </a:rPr>
                        <a:t>WPLAN</a:t>
                      </a:r>
                    </a:p>
                  </a:txBody>
                  <a:tcPr/>
                </a:tc>
                <a:tc>
                  <a:txBody>
                    <a:bodyPr/>
                    <a:lstStyle/>
                    <a:p>
                      <a:r>
                        <a:rPr lang="en-GB" sz="1200" dirty="0">
                          <a:latin typeface="Segoe UI" panose="020B0502040204020203" pitchFamily="34" charset="0"/>
                          <a:cs typeface="Segoe UI" panose="020B0502040204020203" pitchFamily="34" charset="0"/>
                        </a:rPr>
                        <a:t>Waiting for work order planning I.e. adding sequence of tasks, resource requirements, spare part requirements etc.</a:t>
                      </a:r>
                    </a:p>
                  </a:txBody>
                  <a:tcPr/>
                </a:tc>
                <a:extLst>
                  <a:ext uri="{0D108BD9-81ED-4DB2-BD59-A6C34878D82A}">
                    <a16:rowId xmlns:a16="http://schemas.microsoft.com/office/drawing/2014/main" val="3729881611"/>
                  </a:ext>
                </a:extLst>
              </a:tr>
              <a:tr h="367065">
                <a:tc>
                  <a:txBody>
                    <a:bodyPr/>
                    <a:lstStyle/>
                    <a:p>
                      <a:r>
                        <a:rPr lang="en-GB" sz="1200" dirty="0">
                          <a:latin typeface="Segoe UI" panose="020B0502040204020203" pitchFamily="34" charset="0"/>
                          <a:cs typeface="Segoe UI" panose="020B0502040204020203" pitchFamily="34" charset="0"/>
                        </a:rPr>
                        <a:t>WMATL</a:t>
                      </a:r>
                    </a:p>
                  </a:txBody>
                  <a:tcPr/>
                </a:tc>
                <a:tc>
                  <a:txBody>
                    <a:bodyPr/>
                    <a:lstStyle/>
                    <a:p>
                      <a:r>
                        <a:rPr lang="en-GB" sz="1200" dirty="0">
                          <a:latin typeface="Segoe UI" panose="020B0502040204020203" pitchFamily="34" charset="0"/>
                          <a:cs typeface="Segoe UI" panose="020B0502040204020203" pitchFamily="34" charset="0"/>
                        </a:rPr>
                        <a:t>Waiting for spare part material to arrive.</a:t>
                      </a:r>
                    </a:p>
                  </a:txBody>
                  <a:tcPr/>
                </a:tc>
                <a:extLst>
                  <a:ext uri="{0D108BD9-81ED-4DB2-BD59-A6C34878D82A}">
                    <a16:rowId xmlns:a16="http://schemas.microsoft.com/office/drawing/2014/main" val="2840581990"/>
                  </a:ext>
                </a:extLst>
              </a:tr>
              <a:tr h="367065">
                <a:tc>
                  <a:txBody>
                    <a:bodyPr/>
                    <a:lstStyle/>
                    <a:p>
                      <a:r>
                        <a:rPr lang="en-GB" sz="1200" dirty="0">
                          <a:latin typeface="Segoe UI" panose="020B0502040204020203" pitchFamily="34" charset="0"/>
                          <a:cs typeface="Segoe UI" panose="020B0502040204020203" pitchFamily="34" charset="0"/>
                        </a:rPr>
                        <a:t>WSCHD</a:t>
                      </a:r>
                    </a:p>
                  </a:txBody>
                  <a:tcPr/>
                </a:tc>
                <a:tc>
                  <a:txBody>
                    <a:bodyPr/>
                    <a:lstStyle/>
                    <a:p>
                      <a:r>
                        <a:rPr lang="en-GB" sz="1200" dirty="0">
                          <a:latin typeface="Segoe UI" panose="020B0502040204020203" pitchFamily="34" charset="0"/>
                          <a:cs typeface="Segoe UI" panose="020B0502040204020203" pitchFamily="34" charset="0"/>
                        </a:rPr>
                        <a:t>Waiting for a scheduled date to be allocated.</a:t>
                      </a:r>
                    </a:p>
                  </a:txBody>
                  <a:tcPr/>
                </a:tc>
                <a:extLst>
                  <a:ext uri="{0D108BD9-81ED-4DB2-BD59-A6C34878D82A}">
                    <a16:rowId xmlns:a16="http://schemas.microsoft.com/office/drawing/2014/main" val="2245810043"/>
                  </a:ext>
                </a:extLst>
              </a:tr>
              <a:tr h="367065">
                <a:tc>
                  <a:txBody>
                    <a:bodyPr/>
                    <a:lstStyle/>
                    <a:p>
                      <a:r>
                        <a:rPr lang="en-GB" sz="1200" dirty="0">
                          <a:latin typeface="Segoe UI" panose="020B0502040204020203" pitchFamily="34" charset="0"/>
                          <a:cs typeface="Segoe UI" panose="020B0502040204020203" pitchFamily="34" charset="0"/>
                        </a:rPr>
                        <a:t>SCHD</a:t>
                      </a:r>
                    </a:p>
                  </a:txBody>
                  <a:tcPr/>
                </a:tc>
                <a:tc>
                  <a:txBody>
                    <a:bodyPr/>
                    <a:lstStyle/>
                    <a:p>
                      <a:r>
                        <a:rPr lang="en-GB" sz="1200" dirty="0">
                          <a:latin typeface="Segoe UI" panose="020B0502040204020203" pitchFamily="34" charset="0"/>
                          <a:cs typeface="Segoe UI" panose="020B0502040204020203" pitchFamily="34" charset="0"/>
                        </a:rPr>
                        <a:t>Scheduled date allocated.</a:t>
                      </a:r>
                    </a:p>
                  </a:txBody>
                  <a:tcPr/>
                </a:tc>
                <a:extLst>
                  <a:ext uri="{0D108BD9-81ED-4DB2-BD59-A6C34878D82A}">
                    <a16:rowId xmlns:a16="http://schemas.microsoft.com/office/drawing/2014/main" val="1218382388"/>
                  </a:ext>
                </a:extLst>
              </a:tr>
              <a:tr h="367065">
                <a:tc>
                  <a:txBody>
                    <a:bodyPr/>
                    <a:lstStyle/>
                    <a:p>
                      <a:r>
                        <a:rPr lang="en-GB" sz="1200" dirty="0">
                          <a:latin typeface="Segoe UI" panose="020B0502040204020203" pitchFamily="34" charset="0"/>
                          <a:cs typeface="Segoe UI" panose="020B0502040204020203" pitchFamily="34" charset="0"/>
                        </a:rPr>
                        <a:t>INPRG</a:t>
                      </a:r>
                    </a:p>
                  </a:txBody>
                  <a:tcPr/>
                </a:tc>
                <a:tc>
                  <a:txBody>
                    <a:bodyPr/>
                    <a:lstStyle/>
                    <a:p>
                      <a:r>
                        <a:rPr lang="en-GB" sz="1200" dirty="0">
                          <a:latin typeface="Segoe UI" panose="020B0502040204020203" pitchFamily="34" charset="0"/>
                          <a:cs typeface="Segoe UI" panose="020B0502040204020203" pitchFamily="34" charset="0"/>
                        </a:rPr>
                        <a:t>Work is in progress.</a:t>
                      </a:r>
                    </a:p>
                  </a:txBody>
                  <a:tcPr/>
                </a:tc>
                <a:extLst>
                  <a:ext uri="{0D108BD9-81ED-4DB2-BD59-A6C34878D82A}">
                    <a16:rowId xmlns:a16="http://schemas.microsoft.com/office/drawing/2014/main" val="1437061361"/>
                  </a:ext>
                </a:extLst>
              </a:tr>
            </a:tbl>
          </a:graphicData>
        </a:graphic>
      </p:graphicFrame>
      <p:graphicFrame>
        <p:nvGraphicFramePr>
          <p:cNvPr id="4" name="Table 3">
            <a:extLst>
              <a:ext uri="{FF2B5EF4-FFF2-40B4-BE49-F238E27FC236}">
                <a16:creationId xmlns:a16="http://schemas.microsoft.com/office/drawing/2014/main" id="{EEEFE261-9AEC-4F38-ABDF-5F1C95D6226C}"/>
              </a:ext>
            </a:extLst>
          </p:cNvPr>
          <p:cNvGraphicFramePr>
            <a:graphicFrameLocks noGrp="1"/>
          </p:cNvGraphicFramePr>
          <p:nvPr>
            <p:extLst>
              <p:ext uri="{D42A27DB-BD31-4B8C-83A1-F6EECF244321}">
                <p14:modId xmlns:p14="http://schemas.microsoft.com/office/powerpoint/2010/main" val="3503930098"/>
              </p:ext>
            </p:extLst>
          </p:nvPr>
        </p:nvGraphicFramePr>
        <p:xfrm>
          <a:off x="4770744" y="1753294"/>
          <a:ext cx="4015991" cy="3778966"/>
        </p:xfrm>
        <a:graphic>
          <a:graphicData uri="http://schemas.openxmlformats.org/drawingml/2006/table">
            <a:tbl>
              <a:tblPr firstRow="1" bandRow="1">
                <a:tableStyleId>{5C22544A-7EE6-4342-B048-85BDC9FD1C3A}</a:tableStyleId>
              </a:tblPr>
              <a:tblGrid>
                <a:gridCol w="1137879">
                  <a:extLst>
                    <a:ext uri="{9D8B030D-6E8A-4147-A177-3AD203B41FA5}">
                      <a16:colId xmlns:a16="http://schemas.microsoft.com/office/drawing/2014/main" val="296692983"/>
                    </a:ext>
                  </a:extLst>
                </a:gridCol>
                <a:gridCol w="2878112">
                  <a:extLst>
                    <a:ext uri="{9D8B030D-6E8A-4147-A177-3AD203B41FA5}">
                      <a16:colId xmlns:a16="http://schemas.microsoft.com/office/drawing/2014/main" val="8393394"/>
                    </a:ext>
                  </a:extLst>
                </a:gridCol>
              </a:tblGrid>
              <a:tr h="367065">
                <a:tc>
                  <a:txBody>
                    <a:bodyPr/>
                    <a:lstStyle/>
                    <a:p>
                      <a:r>
                        <a:rPr lang="en-GB" sz="1200" dirty="0">
                          <a:latin typeface="Segoe UI" panose="020B0502040204020203" pitchFamily="34" charset="0"/>
                          <a:cs typeface="Segoe UI" panose="020B0502040204020203" pitchFamily="34" charset="0"/>
                        </a:rPr>
                        <a:t>Condition For Work</a:t>
                      </a:r>
                    </a:p>
                  </a:txBody>
                  <a:tcPr/>
                </a:tc>
                <a:tc>
                  <a:txBody>
                    <a:bodyPr/>
                    <a:lstStyle/>
                    <a:p>
                      <a:r>
                        <a:rPr lang="en-GB" sz="1200" dirty="0">
                          <a:latin typeface="Segoe UI" panose="020B0502040204020203" pitchFamily="34" charset="0"/>
                          <a:cs typeface="Segoe UI" panose="020B0502040204020203" pitchFamily="34" charset="0"/>
                        </a:rPr>
                        <a:t>Definition</a:t>
                      </a:r>
                    </a:p>
                    <a:p>
                      <a:r>
                        <a:rPr lang="en-GB" sz="1200" dirty="0">
                          <a:latin typeface="Segoe UI" panose="020B0502040204020203" pitchFamily="34" charset="0"/>
                          <a:cs typeface="Segoe UI" panose="020B0502040204020203" pitchFamily="34" charset="0"/>
                        </a:rPr>
                        <a:t>Work can be carried out under…</a:t>
                      </a:r>
                    </a:p>
                  </a:txBody>
                  <a:tcPr/>
                </a:tc>
                <a:extLst>
                  <a:ext uri="{0D108BD9-81ED-4DB2-BD59-A6C34878D82A}">
                    <a16:rowId xmlns:a16="http://schemas.microsoft.com/office/drawing/2014/main" val="3416758384"/>
                  </a:ext>
                </a:extLst>
              </a:tr>
              <a:tr h="367065">
                <a:tc>
                  <a:txBody>
                    <a:bodyPr/>
                    <a:lstStyle/>
                    <a:p>
                      <a:r>
                        <a:rPr lang="en-GB" sz="1200" dirty="0">
                          <a:latin typeface="Segoe UI" panose="020B0502040204020203" pitchFamily="34" charset="0"/>
                          <a:cs typeface="Segoe UI" panose="020B0502040204020203" pitchFamily="34" charset="0"/>
                        </a:rPr>
                        <a:t>NORM-OPS</a:t>
                      </a:r>
                    </a:p>
                  </a:txBody>
                  <a:tcPr/>
                </a:tc>
                <a:tc>
                  <a:txBody>
                    <a:bodyPr/>
                    <a:lstStyle/>
                    <a:p>
                      <a:r>
                        <a:rPr lang="en-GB" sz="1200" dirty="0">
                          <a:latin typeface="Segoe UI" panose="020B0502040204020203" pitchFamily="34" charset="0"/>
                          <a:cs typeface="Segoe UI" panose="020B0502040204020203" pitchFamily="34" charset="0"/>
                        </a:rPr>
                        <a:t>Normal plant conditions.</a:t>
                      </a:r>
                    </a:p>
                  </a:txBody>
                  <a:tcPr/>
                </a:tc>
                <a:extLst>
                  <a:ext uri="{0D108BD9-81ED-4DB2-BD59-A6C34878D82A}">
                    <a16:rowId xmlns:a16="http://schemas.microsoft.com/office/drawing/2014/main" val="3311963256"/>
                  </a:ext>
                </a:extLst>
              </a:tr>
              <a:tr h="485821">
                <a:tc>
                  <a:txBody>
                    <a:bodyPr/>
                    <a:lstStyle/>
                    <a:p>
                      <a:r>
                        <a:rPr lang="en-GB" sz="1200" dirty="0">
                          <a:latin typeface="Segoe UI" panose="020B0502040204020203" pitchFamily="34" charset="0"/>
                          <a:cs typeface="Segoe UI" panose="020B0502040204020203" pitchFamily="34" charset="0"/>
                        </a:rPr>
                        <a:t>EQUIP-ISOL</a:t>
                      </a:r>
                    </a:p>
                  </a:txBody>
                  <a:tcPr/>
                </a:tc>
                <a:tc>
                  <a:txBody>
                    <a:bodyPr/>
                    <a:lstStyle/>
                    <a:p>
                      <a:r>
                        <a:rPr lang="en-GB" sz="1200" dirty="0">
                          <a:latin typeface="Segoe UI" panose="020B0502040204020203" pitchFamily="34" charset="0"/>
                          <a:cs typeface="Segoe UI" panose="020B0502040204020203" pitchFamily="34" charset="0"/>
                        </a:rPr>
                        <a:t>Requires the specific item of equipment being worked on to be offline and isolated.</a:t>
                      </a:r>
                    </a:p>
                  </a:txBody>
                  <a:tcPr/>
                </a:tc>
                <a:extLst>
                  <a:ext uri="{0D108BD9-81ED-4DB2-BD59-A6C34878D82A}">
                    <a16:rowId xmlns:a16="http://schemas.microsoft.com/office/drawing/2014/main" val="3851244769"/>
                  </a:ext>
                </a:extLst>
              </a:tr>
              <a:tr h="485821">
                <a:tc>
                  <a:txBody>
                    <a:bodyPr/>
                    <a:lstStyle/>
                    <a:p>
                      <a:r>
                        <a:rPr lang="en-GB" sz="1200" dirty="0">
                          <a:latin typeface="Segoe UI" panose="020B0502040204020203" pitchFamily="34" charset="0"/>
                          <a:cs typeface="Segoe UI" panose="020B0502040204020203" pitchFamily="34" charset="0"/>
                        </a:rPr>
                        <a:t>ON LINE</a:t>
                      </a:r>
                    </a:p>
                  </a:txBody>
                  <a:tcPr/>
                </a:tc>
                <a:tc>
                  <a:txBody>
                    <a:bodyPr/>
                    <a:lstStyle/>
                    <a:p>
                      <a:r>
                        <a:rPr lang="en-GB" sz="1200" dirty="0">
                          <a:latin typeface="Segoe UI" panose="020B0502040204020203" pitchFamily="34" charset="0"/>
                          <a:cs typeface="Segoe UI" panose="020B0502040204020203" pitchFamily="34" charset="0"/>
                        </a:rPr>
                        <a:t>Required the equipment to be running. (e.g. vibration monitoring).</a:t>
                      </a:r>
                    </a:p>
                  </a:txBody>
                  <a:tcPr/>
                </a:tc>
                <a:extLst>
                  <a:ext uri="{0D108BD9-81ED-4DB2-BD59-A6C34878D82A}">
                    <a16:rowId xmlns:a16="http://schemas.microsoft.com/office/drawing/2014/main" val="3729881611"/>
                  </a:ext>
                </a:extLst>
              </a:tr>
              <a:tr h="367065">
                <a:tc>
                  <a:txBody>
                    <a:bodyPr/>
                    <a:lstStyle/>
                    <a:p>
                      <a:r>
                        <a:rPr lang="en-GB" sz="1200" dirty="0">
                          <a:latin typeface="Segoe UI" panose="020B0502040204020203" pitchFamily="34" charset="0"/>
                          <a:cs typeface="Segoe UI" panose="020B0502040204020203" pitchFamily="34" charset="0"/>
                        </a:rPr>
                        <a:t>PACK-ISOL</a:t>
                      </a:r>
                    </a:p>
                  </a:txBody>
                  <a:tcPr/>
                </a:tc>
                <a:tc>
                  <a:txBody>
                    <a:bodyPr/>
                    <a:lstStyle/>
                    <a:p>
                      <a:r>
                        <a:rPr lang="en-GB" sz="1200" dirty="0">
                          <a:latin typeface="Segoe UI" panose="020B0502040204020203" pitchFamily="34" charset="0"/>
                          <a:cs typeface="Segoe UI" panose="020B0502040204020203" pitchFamily="34" charset="0"/>
                        </a:rPr>
                        <a:t>Requires the package the equipment belongs to to be offline and isolated.</a:t>
                      </a:r>
                    </a:p>
                  </a:txBody>
                  <a:tcPr/>
                </a:tc>
                <a:extLst>
                  <a:ext uri="{0D108BD9-81ED-4DB2-BD59-A6C34878D82A}">
                    <a16:rowId xmlns:a16="http://schemas.microsoft.com/office/drawing/2014/main" val="2840581990"/>
                  </a:ext>
                </a:extLst>
              </a:tr>
              <a:tr h="367065">
                <a:tc>
                  <a:txBody>
                    <a:bodyPr/>
                    <a:lstStyle/>
                    <a:p>
                      <a:r>
                        <a:rPr lang="en-GB" sz="1200" dirty="0">
                          <a:latin typeface="Segoe UI" panose="020B0502040204020203" pitchFamily="34" charset="0"/>
                          <a:cs typeface="Segoe UI" panose="020B0502040204020203" pitchFamily="34" charset="0"/>
                        </a:rPr>
                        <a:t>SUBSYS-ISOL</a:t>
                      </a:r>
                    </a:p>
                  </a:txBody>
                  <a:tcPr/>
                </a:tc>
                <a:tc>
                  <a:txBody>
                    <a:bodyPr/>
                    <a:lstStyle/>
                    <a:p>
                      <a:r>
                        <a:rPr lang="en-GB" sz="1200" dirty="0">
                          <a:latin typeface="Segoe UI" panose="020B0502040204020203" pitchFamily="34" charset="0"/>
                          <a:cs typeface="Segoe UI" panose="020B0502040204020203" pitchFamily="34" charset="0"/>
                        </a:rPr>
                        <a:t>Requires the entire sub-system to be offline and isolated. </a:t>
                      </a:r>
                    </a:p>
                  </a:txBody>
                  <a:tcPr/>
                </a:tc>
                <a:extLst>
                  <a:ext uri="{0D108BD9-81ED-4DB2-BD59-A6C34878D82A}">
                    <a16:rowId xmlns:a16="http://schemas.microsoft.com/office/drawing/2014/main" val="2245810043"/>
                  </a:ext>
                </a:extLst>
              </a:tr>
              <a:tr h="367065">
                <a:tc>
                  <a:txBody>
                    <a:bodyPr/>
                    <a:lstStyle/>
                    <a:p>
                      <a:r>
                        <a:rPr lang="en-GB" sz="1200" dirty="0">
                          <a:latin typeface="Segoe UI" panose="020B0502040204020203" pitchFamily="34" charset="0"/>
                          <a:cs typeface="Segoe UI" panose="020B0502040204020203" pitchFamily="34" charset="0"/>
                        </a:rPr>
                        <a:t>SYS-ISOL</a:t>
                      </a:r>
                    </a:p>
                  </a:txBody>
                  <a:tcPr/>
                </a:tc>
                <a:tc>
                  <a:txBody>
                    <a:bodyPr/>
                    <a:lstStyle/>
                    <a:p>
                      <a:r>
                        <a:rPr lang="en-GB" sz="1200" dirty="0">
                          <a:latin typeface="Segoe UI" panose="020B0502040204020203" pitchFamily="34" charset="0"/>
                          <a:cs typeface="Segoe UI" panose="020B0502040204020203" pitchFamily="34" charset="0"/>
                        </a:rPr>
                        <a:t>Required the entire system to be offline and isolated.</a:t>
                      </a:r>
                    </a:p>
                  </a:txBody>
                  <a:tcPr/>
                </a:tc>
                <a:extLst>
                  <a:ext uri="{0D108BD9-81ED-4DB2-BD59-A6C34878D82A}">
                    <a16:rowId xmlns:a16="http://schemas.microsoft.com/office/drawing/2014/main" val="1218382388"/>
                  </a:ext>
                </a:extLst>
              </a:tr>
              <a:tr h="367065">
                <a:tc>
                  <a:txBody>
                    <a:bodyPr/>
                    <a:lstStyle/>
                    <a:p>
                      <a:r>
                        <a:rPr lang="en-GB" sz="1200" dirty="0">
                          <a:latin typeface="Segoe UI" panose="020B0502040204020203" pitchFamily="34" charset="0"/>
                          <a:cs typeface="Segoe UI" panose="020B0502040204020203" pitchFamily="34" charset="0"/>
                        </a:rPr>
                        <a:t>TOTAL SHUDOWN</a:t>
                      </a:r>
                    </a:p>
                  </a:txBody>
                  <a:tcPr/>
                </a:tc>
                <a:tc>
                  <a:txBody>
                    <a:bodyPr/>
                    <a:lstStyle/>
                    <a:p>
                      <a:r>
                        <a:rPr lang="en-GB" sz="1200" dirty="0">
                          <a:latin typeface="Segoe UI" panose="020B0502040204020203" pitchFamily="34" charset="0"/>
                          <a:cs typeface="Segoe UI" panose="020B0502040204020203" pitchFamily="34" charset="0"/>
                        </a:rPr>
                        <a:t>The plant needs to be completely shutdown.</a:t>
                      </a:r>
                    </a:p>
                  </a:txBody>
                  <a:tcPr/>
                </a:tc>
                <a:extLst>
                  <a:ext uri="{0D108BD9-81ED-4DB2-BD59-A6C34878D82A}">
                    <a16:rowId xmlns:a16="http://schemas.microsoft.com/office/drawing/2014/main" val="1437061361"/>
                  </a:ext>
                </a:extLst>
              </a:tr>
            </a:tbl>
          </a:graphicData>
        </a:graphic>
      </p:graphicFrame>
    </p:spTree>
    <p:extLst>
      <p:ext uri="{BB962C8B-B14F-4D97-AF65-F5344CB8AC3E}">
        <p14:creationId xmlns:p14="http://schemas.microsoft.com/office/powerpoint/2010/main" val="166436848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7BF0C3-A9B6-448A-AF7F-D7B8B04D2DB0}"/>
              </a:ext>
            </a:extLst>
          </p:cNvPr>
          <p:cNvSpPr>
            <a:spLocks noGrp="1"/>
          </p:cNvSpPr>
          <p:nvPr>
            <p:ph type="title"/>
          </p:nvPr>
        </p:nvSpPr>
        <p:spPr/>
        <p:txBody>
          <a:bodyPr/>
          <a:lstStyle/>
          <a:p>
            <a:r>
              <a:rPr lang="en-GB" b="1" dirty="0"/>
              <a:t>3. Build – 4 Stage Approach</a:t>
            </a:r>
            <a:r>
              <a:rPr lang="en-GB" dirty="0"/>
              <a:t> </a:t>
            </a:r>
          </a:p>
        </p:txBody>
      </p:sp>
      <p:graphicFrame>
        <p:nvGraphicFramePr>
          <p:cNvPr id="4" name="Content Placeholder 4">
            <a:extLst>
              <a:ext uri="{FF2B5EF4-FFF2-40B4-BE49-F238E27FC236}">
                <a16:creationId xmlns:a16="http://schemas.microsoft.com/office/drawing/2014/main" id="{EBF48BAA-29DB-4EAD-AB38-BDBC9E1D752A}"/>
              </a:ext>
            </a:extLst>
          </p:cNvPr>
          <p:cNvGraphicFramePr>
            <a:graphicFrameLocks noGrp="1"/>
          </p:cNvGraphicFramePr>
          <p:nvPr>
            <p:ph idx="1"/>
            <p:extLst>
              <p:ext uri="{D42A27DB-BD31-4B8C-83A1-F6EECF244321}">
                <p14:modId xmlns:p14="http://schemas.microsoft.com/office/powerpoint/2010/main" val="678793074"/>
              </p:ext>
            </p:extLst>
          </p:nvPr>
        </p:nvGraphicFramePr>
        <p:xfrm>
          <a:off x="628650" y="1825625"/>
          <a:ext cx="78867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3853355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A6EB1B-D0B3-4621-A24B-CE889CC49FCC}"/>
              </a:ext>
            </a:extLst>
          </p:cNvPr>
          <p:cNvSpPr>
            <a:spLocks noGrp="1"/>
          </p:cNvSpPr>
          <p:nvPr>
            <p:ph type="title"/>
          </p:nvPr>
        </p:nvSpPr>
        <p:spPr/>
        <p:txBody>
          <a:bodyPr/>
          <a:lstStyle/>
          <a:p>
            <a:r>
              <a:rPr lang="en-GB" b="1" dirty="0"/>
              <a:t>3. Build – Acquire &amp; Transform</a:t>
            </a:r>
          </a:p>
        </p:txBody>
      </p:sp>
      <p:sp>
        <p:nvSpPr>
          <p:cNvPr id="3" name="Content Placeholder 2">
            <a:extLst>
              <a:ext uri="{FF2B5EF4-FFF2-40B4-BE49-F238E27FC236}">
                <a16:creationId xmlns:a16="http://schemas.microsoft.com/office/drawing/2014/main" id="{478D9B2D-F03B-42A3-BF79-F98971F79D98}"/>
              </a:ext>
            </a:extLst>
          </p:cNvPr>
          <p:cNvSpPr>
            <a:spLocks noGrp="1"/>
          </p:cNvSpPr>
          <p:nvPr>
            <p:ph idx="1"/>
          </p:nvPr>
        </p:nvSpPr>
        <p:spPr/>
        <p:txBody>
          <a:bodyPr/>
          <a:lstStyle/>
          <a:p>
            <a:pPr marL="514350" indent="-514350">
              <a:buFont typeface="+mj-lt"/>
              <a:buAutoNum type="arabicPeriod"/>
            </a:pPr>
            <a:r>
              <a:rPr lang="en-GB" dirty="0"/>
              <a:t>Acquire</a:t>
            </a:r>
          </a:p>
          <a:p>
            <a:pPr lvl="1"/>
            <a:r>
              <a:rPr lang="en-GB" dirty="0"/>
              <a:t>Manual export from CMMS to Excel.</a:t>
            </a:r>
          </a:p>
          <a:p>
            <a:pPr lvl="1"/>
            <a:r>
              <a:rPr lang="en-GB" dirty="0"/>
              <a:t>Manual import to Power BI from Excel.</a:t>
            </a:r>
          </a:p>
          <a:p>
            <a:pPr marL="514350" indent="-514350">
              <a:buFont typeface="+mj-lt"/>
              <a:buAutoNum type="arabicPeriod"/>
            </a:pPr>
            <a:r>
              <a:rPr lang="en-GB" dirty="0"/>
              <a:t>Transform</a:t>
            </a:r>
          </a:p>
          <a:p>
            <a:pPr lvl="1"/>
            <a:r>
              <a:rPr lang="en-GB" dirty="0"/>
              <a:t>No data transformation required. The export from the CMMS into Excel has the data in correct format for our requirements.</a:t>
            </a:r>
          </a:p>
          <a:p>
            <a:pPr marL="514350" indent="-514350">
              <a:buFont typeface="+mj-lt"/>
              <a:buAutoNum type="arabicPeriod"/>
            </a:pPr>
            <a:endParaRPr lang="en-GB" dirty="0"/>
          </a:p>
          <a:p>
            <a:endParaRPr lang="en-GB" dirty="0"/>
          </a:p>
        </p:txBody>
      </p:sp>
    </p:spTree>
    <p:extLst>
      <p:ext uri="{BB962C8B-B14F-4D97-AF65-F5344CB8AC3E}">
        <p14:creationId xmlns:p14="http://schemas.microsoft.com/office/powerpoint/2010/main" val="37720283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A9763B-110A-49B3-9669-201794EEF814}"/>
              </a:ext>
            </a:extLst>
          </p:cNvPr>
          <p:cNvSpPr>
            <a:spLocks noGrp="1"/>
          </p:cNvSpPr>
          <p:nvPr>
            <p:ph type="title"/>
          </p:nvPr>
        </p:nvSpPr>
        <p:spPr/>
        <p:txBody>
          <a:bodyPr/>
          <a:lstStyle/>
          <a:p>
            <a:r>
              <a:rPr lang="en-GB" b="1" dirty="0"/>
              <a:t>4. Build - Model</a:t>
            </a:r>
          </a:p>
        </p:txBody>
      </p:sp>
      <p:sp>
        <p:nvSpPr>
          <p:cNvPr id="4" name="Content Placeholder 2">
            <a:extLst>
              <a:ext uri="{FF2B5EF4-FFF2-40B4-BE49-F238E27FC236}">
                <a16:creationId xmlns:a16="http://schemas.microsoft.com/office/drawing/2014/main" id="{B24BBC87-F7C4-4B24-9D2D-A9E09DDD5DBB}"/>
              </a:ext>
            </a:extLst>
          </p:cNvPr>
          <p:cNvSpPr>
            <a:spLocks noGrp="1"/>
          </p:cNvSpPr>
          <p:nvPr>
            <p:ph idx="1"/>
          </p:nvPr>
        </p:nvSpPr>
        <p:spPr>
          <a:xfrm>
            <a:off x="628650" y="1825625"/>
            <a:ext cx="7886700" cy="4351338"/>
          </a:xfrm>
        </p:spPr>
        <p:txBody>
          <a:bodyPr/>
          <a:lstStyle/>
          <a:p>
            <a:pPr marL="514350" indent="-514350">
              <a:buFont typeface="+mj-lt"/>
              <a:buAutoNum type="arabicPeriod" startAt="3"/>
            </a:pPr>
            <a:r>
              <a:rPr lang="en-GB" dirty="0"/>
              <a:t>Data Model</a:t>
            </a:r>
          </a:p>
          <a:p>
            <a:pPr lvl="1"/>
            <a:r>
              <a:rPr lang="en-GB" dirty="0"/>
              <a:t>Relationships</a:t>
            </a:r>
          </a:p>
          <a:p>
            <a:pPr lvl="2"/>
            <a:r>
              <a:rPr lang="en-GB" dirty="0"/>
              <a:t>Single table, no relationships required</a:t>
            </a:r>
          </a:p>
          <a:p>
            <a:pPr lvl="1"/>
            <a:r>
              <a:rPr lang="en-GB" dirty="0"/>
              <a:t>Calculated Columns</a:t>
            </a:r>
          </a:p>
          <a:p>
            <a:pPr lvl="2"/>
            <a:r>
              <a:rPr lang="en-GB" dirty="0" err="1"/>
              <a:t>IsInBacklog</a:t>
            </a:r>
            <a:r>
              <a:rPr lang="en-GB" dirty="0"/>
              <a:t> – Flag to identify the work or is in backlog.</a:t>
            </a:r>
          </a:p>
          <a:p>
            <a:pPr lvl="2"/>
            <a:r>
              <a:rPr lang="en-GB" dirty="0"/>
              <a:t>Number of days past target date</a:t>
            </a:r>
          </a:p>
          <a:p>
            <a:pPr lvl="2"/>
            <a:r>
              <a:rPr lang="en-GB" dirty="0"/>
              <a:t>Number of days past target date grouping</a:t>
            </a:r>
          </a:p>
          <a:p>
            <a:pPr lvl="3"/>
            <a:r>
              <a:rPr lang="en-GB" dirty="0"/>
              <a:t>Grouping are: &gt;100, 50 to 100, 11 to 49, 1-10, Not in backlog</a:t>
            </a:r>
          </a:p>
          <a:p>
            <a:pPr lvl="1"/>
            <a:r>
              <a:rPr lang="en-GB" dirty="0"/>
              <a:t>Measures</a:t>
            </a:r>
          </a:p>
          <a:p>
            <a:pPr lvl="2"/>
            <a:r>
              <a:rPr lang="en-GB" dirty="0"/>
              <a:t>Work Order Planned Hours</a:t>
            </a:r>
          </a:p>
          <a:p>
            <a:pPr lvl="2"/>
            <a:r>
              <a:rPr lang="en-GB" dirty="0"/>
              <a:t>Backlog (Count)</a:t>
            </a:r>
          </a:p>
          <a:p>
            <a:pPr lvl="2"/>
            <a:r>
              <a:rPr lang="en-GB" dirty="0"/>
              <a:t>Backlog (Hours)</a:t>
            </a:r>
          </a:p>
          <a:p>
            <a:endParaRPr lang="en-GB" dirty="0"/>
          </a:p>
        </p:txBody>
      </p:sp>
    </p:spTree>
    <p:extLst>
      <p:ext uri="{BB962C8B-B14F-4D97-AF65-F5344CB8AC3E}">
        <p14:creationId xmlns:p14="http://schemas.microsoft.com/office/powerpoint/2010/main" val="26949181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1CEE3-F0E1-4C85-AE23-B0451BC67485}"/>
              </a:ext>
            </a:extLst>
          </p:cNvPr>
          <p:cNvSpPr>
            <a:spLocks noGrp="1"/>
          </p:cNvSpPr>
          <p:nvPr>
            <p:ph type="title"/>
          </p:nvPr>
        </p:nvSpPr>
        <p:spPr/>
        <p:txBody>
          <a:bodyPr/>
          <a:lstStyle/>
          <a:p>
            <a:r>
              <a:rPr lang="en-GB" b="1" dirty="0"/>
              <a:t>4. Build – Visualise</a:t>
            </a:r>
          </a:p>
        </p:txBody>
      </p:sp>
      <p:sp>
        <p:nvSpPr>
          <p:cNvPr id="3" name="Content Placeholder 2">
            <a:extLst>
              <a:ext uri="{FF2B5EF4-FFF2-40B4-BE49-F238E27FC236}">
                <a16:creationId xmlns:a16="http://schemas.microsoft.com/office/drawing/2014/main" id="{0A387493-4827-4446-A43C-31C3ADF2144F}"/>
              </a:ext>
            </a:extLst>
          </p:cNvPr>
          <p:cNvSpPr>
            <a:spLocks noGrp="1"/>
          </p:cNvSpPr>
          <p:nvPr>
            <p:ph idx="1"/>
          </p:nvPr>
        </p:nvSpPr>
        <p:spPr/>
        <p:txBody>
          <a:bodyPr/>
          <a:lstStyle/>
          <a:p>
            <a:pPr marL="514350" indent="-514350">
              <a:buFont typeface="+mj-lt"/>
              <a:buAutoNum type="arabicPeriod" startAt="4"/>
            </a:pPr>
            <a:r>
              <a:rPr lang="en-GB" dirty="0"/>
              <a:t>Visualise - Dashboard Screen Elements Required</a:t>
            </a:r>
          </a:p>
        </p:txBody>
      </p:sp>
      <p:graphicFrame>
        <p:nvGraphicFramePr>
          <p:cNvPr id="4" name="Table 4">
            <a:extLst>
              <a:ext uri="{FF2B5EF4-FFF2-40B4-BE49-F238E27FC236}">
                <a16:creationId xmlns:a16="http://schemas.microsoft.com/office/drawing/2014/main" id="{5C8746C2-E4E7-4DBA-83B7-FF41E1B4083E}"/>
              </a:ext>
            </a:extLst>
          </p:cNvPr>
          <p:cNvGraphicFramePr>
            <a:graphicFrameLocks noGrp="1"/>
          </p:cNvGraphicFramePr>
          <p:nvPr>
            <p:extLst>
              <p:ext uri="{D42A27DB-BD31-4B8C-83A1-F6EECF244321}">
                <p14:modId xmlns:p14="http://schemas.microsoft.com/office/powerpoint/2010/main" val="3411645356"/>
              </p:ext>
            </p:extLst>
          </p:nvPr>
        </p:nvGraphicFramePr>
        <p:xfrm>
          <a:off x="628650" y="2419465"/>
          <a:ext cx="8196350" cy="3708400"/>
        </p:xfrm>
        <a:graphic>
          <a:graphicData uri="http://schemas.openxmlformats.org/drawingml/2006/table">
            <a:tbl>
              <a:tblPr firstRow="1" bandRow="1">
                <a:tableStyleId>{5C22544A-7EE6-4342-B048-85BDC9FD1C3A}</a:tableStyleId>
              </a:tblPr>
              <a:tblGrid>
                <a:gridCol w="3461212">
                  <a:extLst>
                    <a:ext uri="{9D8B030D-6E8A-4147-A177-3AD203B41FA5}">
                      <a16:colId xmlns:a16="http://schemas.microsoft.com/office/drawing/2014/main" val="3405454829"/>
                    </a:ext>
                  </a:extLst>
                </a:gridCol>
                <a:gridCol w="2709949">
                  <a:extLst>
                    <a:ext uri="{9D8B030D-6E8A-4147-A177-3AD203B41FA5}">
                      <a16:colId xmlns:a16="http://schemas.microsoft.com/office/drawing/2014/main" val="2490079141"/>
                    </a:ext>
                  </a:extLst>
                </a:gridCol>
                <a:gridCol w="2025189">
                  <a:extLst>
                    <a:ext uri="{9D8B030D-6E8A-4147-A177-3AD203B41FA5}">
                      <a16:colId xmlns:a16="http://schemas.microsoft.com/office/drawing/2014/main" val="1887305960"/>
                    </a:ext>
                  </a:extLst>
                </a:gridCol>
              </a:tblGrid>
              <a:tr h="370840">
                <a:tc>
                  <a:txBody>
                    <a:bodyPr/>
                    <a:lstStyle/>
                    <a:p>
                      <a:r>
                        <a:rPr lang="en-GB" sz="1400" dirty="0"/>
                        <a:t>Visualisation</a:t>
                      </a:r>
                    </a:p>
                  </a:txBody>
                  <a:tcPr/>
                </a:tc>
                <a:tc>
                  <a:txBody>
                    <a:bodyPr/>
                    <a:lstStyle/>
                    <a:p>
                      <a:r>
                        <a:rPr lang="en-GB" sz="1400" dirty="0"/>
                        <a:t>Suggested Visualisation Type</a:t>
                      </a:r>
                    </a:p>
                  </a:txBody>
                  <a:tcPr/>
                </a:tc>
                <a:tc>
                  <a:txBody>
                    <a:bodyPr/>
                    <a:lstStyle/>
                    <a:p>
                      <a:r>
                        <a:rPr lang="en-GB" sz="1400" dirty="0"/>
                        <a:t>Priority</a:t>
                      </a:r>
                    </a:p>
                  </a:txBody>
                  <a:tcPr/>
                </a:tc>
                <a:extLst>
                  <a:ext uri="{0D108BD9-81ED-4DB2-BD59-A6C34878D82A}">
                    <a16:rowId xmlns:a16="http://schemas.microsoft.com/office/drawing/2014/main" val="1910607673"/>
                  </a:ext>
                </a:extLst>
              </a:tr>
              <a:tr h="370840">
                <a:tc>
                  <a:txBody>
                    <a:bodyPr/>
                    <a:lstStyle/>
                    <a:p>
                      <a:r>
                        <a:rPr lang="en-GB" sz="1400" dirty="0"/>
                        <a:t>Total number of work order in backlog</a:t>
                      </a:r>
                    </a:p>
                  </a:txBody>
                  <a:tcPr/>
                </a:tc>
                <a:tc>
                  <a:txBody>
                    <a:bodyPr/>
                    <a:lstStyle/>
                    <a:p>
                      <a:r>
                        <a:rPr lang="en-GB" sz="1400" dirty="0"/>
                        <a:t>Card (single figure)</a:t>
                      </a:r>
                    </a:p>
                  </a:txBody>
                  <a:tcPr/>
                </a:tc>
                <a:tc>
                  <a:txBody>
                    <a:bodyPr/>
                    <a:lstStyle/>
                    <a:p>
                      <a:r>
                        <a:rPr lang="en-GB" sz="1400" dirty="0"/>
                        <a:t>1</a:t>
                      </a:r>
                    </a:p>
                  </a:txBody>
                  <a:tcPr/>
                </a:tc>
                <a:extLst>
                  <a:ext uri="{0D108BD9-81ED-4DB2-BD59-A6C34878D82A}">
                    <a16:rowId xmlns:a16="http://schemas.microsoft.com/office/drawing/2014/main" val="4060782774"/>
                  </a:ext>
                </a:extLst>
              </a:tr>
              <a:tr h="370840">
                <a:tc>
                  <a:txBody>
                    <a:bodyPr/>
                    <a:lstStyle/>
                    <a:p>
                      <a:r>
                        <a:rPr lang="en-GB" sz="1400" dirty="0"/>
                        <a:t>Total man-hours of work in backlog</a:t>
                      </a:r>
                    </a:p>
                  </a:txBody>
                  <a:tcPr/>
                </a:tc>
                <a:tc>
                  <a:txBody>
                    <a:bodyPr/>
                    <a:lstStyle/>
                    <a:p>
                      <a:r>
                        <a:rPr lang="en-GB" sz="1400" dirty="0"/>
                        <a:t>Card (single figure)</a:t>
                      </a:r>
                    </a:p>
                  </a:txBody>
                  <a:tcPr/>
                </a:tc>
                <a:tc>
                  <a:txBody>
                    <a:bodyPr/>
                    <a:lstStyle/>
                    <a:p>
                      <a:r>
                        <a:rPr lang="en-GB" sz="1400" dirty="0"/>
                        <a:t>2</a:t>
                      </a:r>
                    </a:p>
                  </a:txBody>
                  <a:tcPr/>
                </a:tc>
                <a:extLst>
                  <a:ext uri="{0D108BD9-81ED-4DB2-BD59-A6C34878D82A}">
                    <a16:rowId xmlns:a16="http://schemas.microsoft.com/office/drawing/2014/main" val="268626815"/>
                  </a:ext>
                </a:extLst>
              </a:tr>
              <a:tr h="370840">
                <a:tc>
                  <a:txBody>
                    <a:bodyPr/>
                    <a:lstStyle/>
                    <a:p>
                      <a:r>
                        <a:rPr lang="en-GB" sz="1400" dirty="0"/>
                        <a:t>Number of work order by work criticality</a:t>
                      </a:r>
                    </a:p>
                  </a:txBody>
                  <a:tcPr/>
                </a:tc>
                <a:tc>
                  <a:txBody>
                    <a:bodyPr/>
                    <a:lstStyle/>
                    <a:p>
                      <a:r>
                        <a:rPr lang="en-GB" sz="1400" dirty="0"/>
                        <a:t>Bar chart or Card</a:t>
                      </a:r>
                    </a:p>
                  </a:txBody>
                  <a:tcPr/>
                </a:tc>
                <a:tc>
                  <a:txBody>
                    <a:bodyPr/>
                    <a:lstStyle/>
                    <a:p>
                      <a:r>
                        <a:rPr lang="en-GB" sz="1400" dirty="0"/>
                        <a:t>3</a:t>
                      </a:r>
                    </a:p>
                  </a:txBody>
                  <a:tcPr/>
                </a:tc>
                <a:extLst>
                  <a:ext uri="{0D108BD9-81ED-4DB2-BD59-A6C34878D82A}">
                    <a16:rowId xmlns:a16="http://schemas.microsoft.com/office/drawing/2014/main" val="35502851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Number of man-hours by work criticality</a:t>
                      </a:r>
                    </a:p>
                  </a:txBody>
                  <a:tcPr/>
                </a:tc>
                <a:tc>
                  <a:txBody>
                    <a:bodyPr/>
                    <a:lstStyle/>
                    <a:p>
                      <a:r>
                        <a:rPr lang="en-GB" sz="1400" dirty="0"/>
                        <a:t>Bar chart or Card</a:t>
                      </a:r>
                    </a:p>
                  </a:txBody>
                  <a:tcPr/>
                </a:tc>
                <a:tc>
                  <a:txBody>
                    <a:bodyPr/>
                    <a:lstStyle/>
                    <a:p>
                      <a:r>
                        <a:rPr lang="en-GB" sz="1400" dirty="0"/>
                        <a:t>4</a:t>
                      </a:r>
                    </a:p>
                  </a:txBody>
                  <a:tcPr/>
                </a:tc>
                <a:extLst>
                  <a:ext uri="{0D108BD9-81ED-4DB2-BD59-A6C34878D82A}">
                    <a16:rowId xmlns:a16="http://schemas.microsoft.com/office/drawing/2014/main" val="3266650597"/>
                  </a:ext>
                </a:extLst>
              </a:tr>
              <a:tr h="370840">
                <a:tc>
                  <a:txBody>
                    <a:bodyPr/>
                    <a:lstStyle/>
                    <a:p>
                      <a:r>
                        <a:rPr lang="en-GB" sz="1400" dirty="0"/>
                        <a:t>Number of work order by Priority</a:t>
                      </a:r>
                    </a:p>
                  </a:txBody>
                  <a:tcPr/>
                </a:tc>
                <a:tc>
                  <a:txBody>
                    <a:bodyPr/>
                    <a:lstStyle/>
                    <a:p>
                      <a:r>
                        <a:rPr lang="en-GB" sz="1400" dirty="0"/>
                        <a:t>Bar chart</a:t>
                      </a:r>
                    </a:p>
                  </a:txBody>
                  <a:tcPr/>
                </a:tc>
                <a:tc>
                  <a:txBody>
                    <a:bodyPr/>
                    <a:lstStyle/>
                    <a:p>
                      <a:r>
                        <a:rPr lang="en-GB" sz="1400" dirty="0"/>
                        <a:t>5</a:t>
                      </a:r>
                    </a:p>
                  </a:txBody>
                  <a:tcPr/>
                </a:tc>
                <a:extLst>
                  <a:ext uri="{0D108BD9-81ED-4DB2-BD59-A6C34878D82A}">
                    <a16:rowId xmlns:a16="http://schemas.microsoft.com/office/drawing/2014/main" val="1555141559"/>
                  </a:ext>
                </a:extLst>
              </a:tr>
              <a:tr h="370840">
                <a:tc>
                  <a:txBody>
                    <a:bodyPr/>
                    <a:lstStyle/>
                    <a:p>
                      <a:r>
                        <a:rPr lang="en-GB" sz="1400" dirty="0"/>
                        <a:t>Number of work orders by Age Grouping</a:t>
                      </a:r>
                    </a:p>
                  </a:txBody>
                  <a:tcPr/>
                </a:tc>
                <a:tc>
                  <a:txBody>
                    <a:bodyPr/>
                    <a:lstStyle/>
                    <a:p>
                      <a:r>
                        <a:rPr lang="en-GB" sz="1400" dirty="0"/>
                        <a:t>Bar chart</a:t>
                      </a:r>
                    </a:p>
                  </a:txBody>
                  <a:tcPr/>
                </a:tc>
                <a:tc>
                  <a:txBody>
                    <a:bodyPr/>
                    <a:lstStyle/>
                    <a:p>
                      <a:r>
                        <a:rPr lang="en-GB" sz="1400" dirty="0"/>
                        <a:t>6</a:t>
                      </a:r>
                    </a:p>
                  </a:txBody>
                  <a:tcPr/>
                </a:tc>
                <a:extLst>
                  <a:ext uri="{0D108BD9-81ED-4DB2-BD59-A6C34878D82A}">
                    <a16:rowId xmlns:a16="http://schemas.microsoft.com/office/drawing/2014/main" val="34466054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1400" dirty="0"/>
                        <a:t>Number of man-hours by department</a:t>
                      </a:r>
                    </a:p>
                  </a:txBody>
                  <a:tcPr/>
                </a:tc>
                <a:tc>
                  <a:txBody>
                    <a:bodyPr/>
                    <a:lstStyle/>
                    <a:p>
                      <a:r>
                        <a:rPr lang="en-GB" sz="1400" dirty="0"/>
                        <a:t>Bar chart </a:t>
                      </a:r>
                    </a:p>
                  </a:txBody>
                  <a:tcPr/>
                </a:tc>
                <a:tc>
                  <a:txBody>
                    <a:bodyPr/>
                    <a:lstStyle/>
                    <a:p>
                      <a:r>
                        <a:rPr lang="en-GB" sz="1400" dirty="0"/>
                        <a:t>7</a:t>
                      </a:r>
                    </a:p>
                  </a:txBody>
                  <a:tcPr/>
                </a:tc>
                <a:extLst>
                  <a:ext uri="{0D108BD9-81ED-4DB2-BD59-A6C34878D82A}">
                    <a16:rowId xmlns:a16="http://schemas.microsoft.com/office/drawing/2014/main" val="2102720008"/>
                  </a:ext>
                </a:extLst>
              </a:tr>
              <a:tr h="370840">
                <a:tc>
                  <a:txBody>
                    <a:bodyPr/>
                    <a:lstStyle/>
                    <a:p>
                      <a:r>
                        <a:rPr lang="en-GB" sz="1400" dirty="0"/>
                        <a:t>Number of man-hours by discipline</a:t>
                      </a:r>
                    </a:p>
                  </a:txBody>
                  <a:tcPr/>
                </a:tc>
                <a:tc>
                  <a:txBody>
                    <a:bodyPr/>
                    <a:lstStyle/>
                    <a:p>
                      <a:r>
                        <a:rPr lang="en-GB" sz="1400" dirty="0"/>
                        <a:t>Bar chart</a:t>
                      </a:r>
                    </a:p>
                  </a:txBody>
                  <a:tcPr/>
                </a:tc>
                <a:tc>
                  <a:txBody>
                    <a:bodyPr/>
                    <a:lstStyle/>
                    <a:p>
                      <a:r>
                        <a:rPr lang="en-GB" sz="1400" dirty="0"/>
                        <a:t>8</a:t>
                      </a:r>
                    </a:p>
                  </a:txBody>
                  <a:tcPr/>
                </a:tc>
                <a:extLst>
                  <a:ext uri="{0D108BD9-81ED-4DB2-BD59-A6C34878D82A}">
                    <a16:rowId xmlns:a16="http://schemas.microsoft.com/office/drawing/2014/main" val="3149645348"/>
                  </a:ext>
                </a:extLst>
              </a:tr>
              <a:tr h="370840">
                <a:tc>
                  <a:txBody>
                    <a:bodyPr/>
                    <a:lstStyle/>
                    <a:p>
                      <a:r>
                        <a:rPr lang="en-GB" sz="1400" dirty="0"/>
                        <a:t>List of work orders</a:t>
                      </a:r>
                    </a:p>
                  </a:txBody>
                  <a:tcPr/>
                </a:tc>
                <a:tc>
                  <a:txBody>
                    <a:bodyPr/>
                    <a:lstStyle/>
                    <a:p>
                      <a:r>
                        <a:rPr lang="en-GB" sz="1400" dirty="0"/>
                        <a:t>Table (drillthrough report)</a:t>
                      </a:r>
                    </a:p>
                  </a:txBody>
                  <a:tcPr/>
                </a:tc>
                <a:tc>
                  <a:txBody>
                    <a:bodyPr/>
                    <a:lstStyle/>
                    <a:p>
                      <a:r>
                        <a:rPr lang="en-GB" sz="1400" dirty="0"/>
                        <a:t>9</a:t>
                      </a:r>
                    </a:p>
                  </a:txBody>
                  <a:tcPr/>
                </a:tc>
                <a:extLst>
                  <a:ext uri="{0D108BD9-81ED-4DB2-BD59-A6C34878D82A}">
                    <a16:rowId xmlns:a16="http://schemas.microsoft.com/office/drawing/2014/main" val="499151303"/>
                  </a:ext>
                </a:extLst>
              </a:tr>
            </a:tbl>
          </a:graphicData>
        </a:graphic>
      </p:graphicFrame>
      <p:sp>
        <p:nvSpPr>
          <p:cNvPr id="6" name="TextBox 5">
            <a:extLst>
              <a:ext uri="{FF2B5EF4-FFF2-40B4-BE49-F238E27FC236}">
                <a16:creationId xmlns:a16="http://schemas.microsoft.com/office/drawing/2014/main" id="{92E58984-B9C3-46E9-96F5-9605B8EC09AA}"/>
              </a:ext>
            </a:extLst>
          </p:cNvPr>
          <p:cNvSpPr txBox="1"/>
          <p:nvPr/>
        </p:nvSpPr>
        <p:spPr>
          <a:xfrm>
            <a:off x="706581" y="6352373"/>
            <a:ext cx="7720383" cy="338554"/>
          </a:xfrm>
          <a:prstGeom prst="rect">
            <a:avLst/>
          </a:prstGeom>
          <a:noFill/>
        </p:spPr>
        <p:txBody>
          <a:bodyPr wrap="none" rtlCol="0">
            <a:spAutoFit/>
          </a:bodyPr>
          <a:lstStyle/>
          <a:p>
            <a:r>
              <a:rPr lang="en-GB" sz="1600" dirty="0">
                <a:solidFill>
                  <a:schemeClr val="bg1"/>
                </a:solidFill>
              </a:rPr>
              <a:t>Note: At this point these are suggestions. When building the dashboard these may change.</a:t>
            </a:r>
          </a:p>
        </p:txBody>
      </p:sp>
    </p:spTree>
    <p:extLst>
      <p:ext uri="{BB962C8B-B14F-4D97-AF65-F5344CB8AC3E}">
        <p14:creationId xmlns:p14="http://schemas.microsoft.com/office/powerpoint/2010/main" val="153481303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709FC-141D-4AE1-8A7B-51F7DD1ECC88}"/>
              </a:ext>
            </a:extLst>
          </p:cNvPr>
          <p:cNvSpPr>
            <a:spLocks noGrp="1"/>
          </p:cNvSpPr>
          <p:nvPr>
            <p:ph type="title"/>
          </p:nvPr>
        </p:nvSpPr>
        <p:spPr/>
        <p:txBody>
          <a:bodyPr/>
          <a:lstStyle/>
          <a:p>
            <a:r>
              <a:rPr lang="en-GB" b="1" dirty="0"/>
              <a:t>4. Build - Visualise</a:t>
            </a:r>
          </a:p>
        </p:txBody>
      </p:sp>
      <p:sp>
        <p:nvSpPr>
          <p:cNvPr id="7" name="Rectangle 6">
            <a:extLst>
              <a:ext uri="{FF2B5EF4-FFF2-40B4-BE49-F238E27FC236}">
                <a16:creationId xmlns:a16="http://schemas.microsoft.com/office/drawing/2014/main" id="{99AC7D9E-4C8E-455F-BFA1-75A31C03FFEC}"/>
              </a:ext>
            </a:extLst>
          </p:cNvPr>
          <p:cNvSpPr/>
          <p:nvPr/>
        </p:nvSpPr>
        <p:spPr>
          <a:xfrm>
            <a:off x="457201" y="2044931"/>
            <a:ext cx="1421476"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Total Backlog Hours</a:t>
            </a:r>
          </a:p>
        </p:txBody>
      </p:sp>
      <p:sp>
        <p:nvSpPr>
          <p:cNvPr id="8" name="Rectangle 7">
            <a:extLst>
              <a:ext uri="{FF2B5EF4-FFF2-40B4-BE49-F238E27FC236}">
                <a16:creationId xmlns:a16="http://schemas.microsoft.com/office/drawing/2014/main" id="{03E0BBC0-A45A-485C-B9D9-D04BD48468C1}"/>
              </a:ext>
            </a:extLst>
          </p:cNvPr>
          <p:cNvSpPr/>
          <p:nvPr/>
        </p:nvSpPr>
        <p:spPr>
          <a:xfrm>
            <a:off x="2047703" y="2044931"/>
            <a:ext cx="1421476"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Total Backlog Count</a:t>
            </a:r>
          </a:p>
        </p:txBody>
      </p:sp>
      <p:sp>
        <p:nvSpPr>
          <p:cNvPr id="11" name="Rectangle 10">
            <a:extLst>
              <a:ext uri="{FF2B5EF4-FFF2-40B4-BE49-F238E27FC236}">
                <a16:creationId xmlns:a16="http://schemas.microsoft.com/office/drawing/2014/main" id="{1913277E-221D-4BE2-A2E6-885CA29546C5}"/>
              </a:ext>
            </a:extLst>
          </p:cNvPr>
          <p:cNvSpPr/>
          <p:nvPr/>
        </p:nvSpPr>
        <p:spPr>
          <a:xfrm>
            <a:off x="3962400" y="2044931"/>
            <a:ext cx="1050169"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Safety Backlog</a:t>
            </a:r>
          </a:p>
        </p:txBody>
      </p:sp>
      <p:sp>
        <p:nvSpPr>
          <p:cNvPr id="12" name="Rectangle 11">
            <a:extLst>
              <a:ext uri="{FF2B5EF4-FFF2-40B4-BE49-F238E27FC236}">
                <a16:creationId xmlns:a16="http://schemas.microsoft.com/office/drawing/2014/main" id="{060EFF24-28A3-4464-AC62-99514258384C}"/>
              </a:ext>
            </a:extLst>
          </p:cNvPr>
          <p:cNvSpPr/>
          <p:nvPr/>
        </p:nvSpPr>
        <p:spPr>
          <a:xfrm>
            <a:off x="5094325" y="2044931"/>
            <a:ext cx="967046"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Environ Backlog</a:t>
            </a:r>
          </a:p>
        </p:txBody>
      </p:sp>
      <p:sp>
        <p:nvSpPr>
          <p:cNvPr id="13" name="Rectangle 12">
            <a:extLst>
              <a:ext uri="{FF2B5EF4-FFF2-40B4-BE49-F238E27FC236}">
                <a16:creationId xmlns:a16="http://schemas.microsoft.com/office/drawing/2014/main" id="{E32978B1-5138-4EE6-AB3B-E75F1871A7B0}"/>
              </a:ext>
            </a:extLst>
          </p:cNvPr>
          <p:cNvSpPr/>
          <p:nvPr/>
        </p:nvSpPr>
        <p:spPr>
          <a:xfrm>
            <a:off x="6143127" y="2044931"/>
            <a:ext cx="967046"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Prod. Backlog</a:t>
            </a:r>
          </a:p>
        </p:txBody>
      </p:sp>
      <p:sp>
        <p:nvSpPr>
          <p:cNvPr id="14" name="Rectangle 13">
            <a:extLst>
              <a:ext uri="{FF2B5EF4-FFF2-40B4-BE49-F238E27FC236}">
                <a16:creationId xmlns:a16="http://schemas.microsoft.com/office/drawing/2014/main" id="{CEAA3584-FE2E-4243-917E-805901BAE2D3}"/>
              </a:ext>
            </a:extLst>
          </p:cNvPr>
          <p:cNvSpPr/>
          <p:nvPr/>
        </p:nvSpPr>
        <p:spPr>
          <a:xfrm>
            <a:off x="7191929" y="2044931"/>
            <a:ext cx="967046" cy="87283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solidFill>
                  <a:schemeClr val="tx1"/>
                </a:solidFill>
              </a:rPr>
              <a:t>Routine Backlog</a:t>
            </a:r>
          </a:p>
        </p:txBody>
      </p:sp>
      <p:sp>
        <p:nvSpPr>
          <p:cNvPr id="18" name="Rectangle 17">
            <a:extLst>
              <a:ext uri="{FF2B5EF4-FFF2-40B4-BE49-F238E27FC236}">
                <a16:creationId xmlns:a16="http://schemas.microsoft.com/office/drawing/2014/main" id="{AFE23DF7-A42A-4A44-9904-E2EB2FCB6089}"/>
              </a:ext>
            </a:extLst>
          </p:cNvPr>
          <p:cNvSpPr/>
          <p:nvPr/>
        </p:nvSpPr>
        <p:spPr>
          <a:xfrm>
            <a:off x="457201" y="3327639"/>
            <a:ext cx="3250276" cy="1110690"/>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solidFill>
                  <a:schemeClr val="tx1"/>
                </a:solidFill>
              </a:rPr>
              <a:t>Work Orders By Priority</a:t>
            </a:r>
          </a:p>
        </p:txBody>
      </p:sp>
      <p:sp>
        <p:nvSpPr>
          <p:cNvPr id="19" name="Rectangle 18">
            <a:extLst>
              <a:ext uri="{FF2B5EF4-FFF2-40B4-BE49-F238E27FC236}">
                <a16:creationId xmlns:a16="http://schemas.microsoft.com/office/drawing/2014/main" id="{BB06658D-04F1-4A91-B8EE-C97CCC54DBF2}"/>
              </a:ext>
            </a:extLst>
          </p:cNvPr>
          <p:cNvSpPr/>
          <p:nvPr/>
        </p:nvSpPr>
        <p:spPr>
          <a:xfrm>
            <a:off x="457201" y="4657007"/>
            <a:ext cx="3250276" cy="115224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solidFill>
                  <a:schemeClr val="tx1"/>
                </a:solidFill>
              </a:rPr>
              <a:t>Work Orders by Age Group</a:t>
            </a:r>
          </a:p>
        </p:txBody>
      </p:sp>
      <p:sp>
        <p:nvSpPr>
          <p:cNvPr id="20" name="Rectangle 19">
            <a:extLst>
              <a:ext uri="{FF2B5EF4-FFF2-40B4-BE49-F238E27FC236}">
                <a16:creationId xmlns:a16="http://schemas.microsoft.com/office/drawing/2014/main" id="{034DBD41-A2EE-4721-A661-FB2CD7119BD6}"/>
              </a:ext>
            </a:extLst>
          </p:cNvPr>
          <p:cNvSpPr/>
          <p:nvPr/>
        </p:nvSpPr>
        <p:spPr>
          <a:xfrm>
            <a:off x="3962400" y="3327639"/>
            <a:ext cx="4127261" cy="249563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GB" dirty="0">
                <a:solidFill>
                  <a:schemeClr val="tx1"/>
                </a:solidFill>
              </a:rPr>
              <a:t>Matrix by Discipline and Department Man-Hours</a:t>
            </a:r>
          </a:p>
        </p:txBody>
      </p:sp>
      <p:sp>
        <p:nvSpPr>
          <p:cNvPr id="3" name="Rectangle 2">
            <a:extLst>
              <a:ext uri="{FF2B5EF4-FFF2-40B4-BE49-F238E27FC236}">
                <a16:creationId xmlns:a16="http://schemas.microsoft.com/office/drawing/2014/main" id="{0E990A3B-C873-494E-B4DD-77FBB680E965}"/>
              </a:ext>
            </a:extLst>
          </p:cNvPr>
          <p:cNvSpPr/>
          <p:nvPr/>
        </p:nvSpPr>
        <p:spPr>
          <a:xfrm>
            <a:off x="628650" y="5988128"/>
            <a:ext cx="8287790" cy="738664"/>
          </a:xfrm>
          <a:prstGeom prst="rect">
            <a:avLst/>
          </a:prstGeom>
          <a:solidFill>
            <a:schemeClr val="bg1"/>
          </a:solidFill>
        </p:spPr>
        <p:txBody>
          <a:bodyPr wrap="square">
            <a:spAutoFit/>
          </a:bodyPr>
          <a:lstStyle/>
          <a:p>
            <a:r>
              <a:rPr lang="en-GB" sz="1400" dirty="0">
                <a:solidFill>
                  <a:srgbClr val="20272D"/>
                </a:solidFill>
              </a:rPr>
              <a:t>As a rule of thumb, I like to assign higher priority visualisations to the top left and top of the screen, then work down to the bottom right with the lower priority supporting information. This mimics how we read i.e. from top left to bottom right.</a:t>
            </a:r>
            <a:endParaRPr lang="en-GB" sz="1400" dirty="0"/>
          </a:p>
        </p:txBody>
      </p:sp>
    </p:spTree>
    <p:extLst>
      <p:ext uri="{BB962C8B-B14F-4D97-AF65-F5344CB8AC3E}">
        <p14:creationId xmlns:p14="http://schemas.microsoft.com/office/powerpoint/2010/main" val="42689893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A7D4B-884C-41EF-A8FD-E2B897E6B5A6}"/>
              </a:ext>
            </a:extLst>
          </p:cNvPr>
          <p:cNvSpPr>
            <a:spLocks noGrp="1"/>
          </p:cNvSpPr>
          <p:nvPr>
            <p:ph type="title"/>
          </p:nvPr>
        </p:nvSpPr>
        <p:spPr/>
        <p:txBody>
          <a:bodyPr/>
          <a:lstStyle/>
          <a:p>
            <a:r>
              <a:rPr lang="en-GB" dirty="0"/>
              <a:t>Resources</a:t>
            </a:r>
          </a:p>
        </p:txBody>
      </p:sp>
      <p:sp>
        <p:nvSpPr>
          <p:cNvPr id="3" name="Content Placeholder 2">
            <a:extLst>
              <a:ext uri="{FF2B5EF4-FFF2-40B4-BE49-F238E27FC236}">
                <a16:creationId xmlns:a16="http://schemas.microsoft.com/office/drawing/2014/main" id="{43CD4B4E-CF8F-4C14-B305-BB7F06F8F7CB}"/>
              </a:ext>
            </a:extLst>
          </p:cNvPr>
          <p:cNvSpPr>
            <a:spLocks noGrp="1"/>
          </p:cNvSpPr>
          <p:nvPr>
            <p:ph idx="1"/>
          </p:nvPr>
        </p:nvSpPr>
        <p:spPr/>
        <p:txBody>
          <a:bodyPr/>
          <a:lstStyle/>
          <a:p>
            <a:r>
              <a:rPr lang="en-GB" dirty="0"/>
              <a:t>Website: EffectiveDashboards.com</a:t>
            </a:r>
          </a:p>
          <a:p>
            <a:r>
              <a:rPr lang="en-GB" dirty="0" err="1"/>
              <a:t>Youtube</a:t>
            </a:r>
            <a:r>
              <a:rPr lang="en-GB" dirty="0"/>
              <a:t>: search Jason Davidson Power BI</a:t>
            </a:r>
          </a:p>
          <a:p>
            <a:endParaRPr lang="en-GB" dirty="0"/>
          </a:p>
          <a:p>
            <a:endParaRPr lang="en-GB" dirty="0"/>
          </a:p>
          <a:p>
            <a:pPr marL="0" indent="0">
              <a:buNone/>
            </a:pPr>
            <a:r>
              <a:rPr lang="en-GB" dirty="0"/>
              <a:t> </a:t>
            </a:r>
          </a:p>
          <a:p>
            <a:endParaRPr lang="en-GB" dirty="0"/>
          </a:p>
        </p:txBody>
      </p:sp>
      <p:pic>
        <p:nvPicPr>
          <p:cNvPr id="4" name="Picture 3">
            <a:extLst>
              <a:ext uri="{FF2B5EF4-FFF2-40B4-BE49-F238E27FC236}">
                <a16:creationId xmlns:a16="http://schemas.microsoft.com/office/drawing/2014/main" id="{A90FF98E-8681-4541-B51A-5C5CDDB0DABF}"/>
              </a:ext>
            </a:extLst>
          </p:cNvPr>
          <p:cNvPicPr>
            <a:picLocks noChangeAspect="1"/>
          </p:cNvPicPr>
          <p:nvPr/>
        </p:nvPicPr>
        <p:blipFill>
          <a:blip r:embed="rId2"/>
          <a:stretch>
            <a:fillRect/>
          </a:stretch>
        </p:blipFill>
        <p:spPr>
          <a:xfrm>
            <a:off x="899410" y="2958615"/>
            <a:ext cx="7052872" cy="1358566"/>
          </a:xfrm>
          <a:prstGeom prst="rect">
            <a:avLst/>
          </a:prstGeom>
        </p:spPr>
      </p:pic>
    </p:spTree>
    <p:extLst>
      <p:ext uri="{BB962C8B-B14F-4D97-AF65-F5344CB8AC3E}">
        <p14:creationId xmlns:p14="http://schemas.microsoft.com/office/powerpoint/2010/main" val="1370015404"/>
      </p:ext>
    </p:extLst>
  </p:cSld>
  <p:clrMapOvr>
    <a:masterClrMapping/>
  </p:clrMapOvr>
</p:sld>
</file>

<file path=ppt/theme/theme1.xml><?xml version="1.0" encoding="utf-8"?>
<a:theme xmlns:a="http://schemas.openxmlformats.org/drawingml/2006/main" name="Office Theme">
  <a:themeElements>
    <a:clrScheme name="Effective Dashboards">
      <a:dk1>
        <a:sysClr val="windowText" lastClr="000000"/>
      </a:dk1>
      <a:lt1>
        <a:sysClr val="window" lastClr="FFFFFF"/>
      </a:lt1>
      <a:dk2>
        <a:srgbClr val="0998ED"/>
      </a:dk2>
      <a:lt2>
        <a:srgbClr val="F4E8E9"/>
      </a:lt2>
      <a:accent1>
        <a:srgbClr val="A5A5A5"/>
      </a:accent1>
      <a:accent2>
        <a:srgbClr val="C677F1"/>
      </a:accent2>
      <a:accent3>
        <a:srgbClr val="CCC7C7"/>
      </a:accent3>
      <a:accent4>
        <a:srgbClr val="1B3971"/>
      </a:accent4>
      <a:accent5>
        <a:srgbClr val="C13531"/>
      </a:accent5>
      <a:accent6>
        <a:srgbClr val="A36BB3"/>
      </a:accent6>
      <a:hlink>
        <a:srgbClr val="DB8487"/>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Beginer's Step-By-Step Guide to Creating a Beautuful and Effective Maintenance Work Management KPI Dashboard" id="{62BFDEED-09BD-4EC3-B78B-9ABBCA5F4DD7}" vid="{FF0ED6D6-75F9-4DF9-83AB-95BEB28ECACC}"/>
    </a:ext>
  </a:extLst>
</a:theme>
</file>

<file path=docProps/app.xml><?xml version="1.0" encoding="utf-8"?>
<Properties xmlns="http://schemas.openxmlformats.org/officeDocument/2006/extended-properties" xmlns:vt="http://schemas.openxmlformats.org/officeDocument/2006/docPropsVTypes">
  <Template>Effective Maintenance Dashboards PowerPoint Template</Template>
  <TotalTime>17388</TotalTime>
  <Words>945</Words>
  <Application>Microsoft Office PowerPoint</Application>
  <PresentationFormat>On-screen Show (4:3)</PresentationFormat>
  <Paragraphs>163</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Segoe UI</vt:lpstr>
      <vt:lpstr>Office Theme</vt:lpstr>
      <vt:lpstr>Power BI Quick Start – How to Create a Dashboard in Under 90 Minutes</vt:lpstr>
      <vt:lpstr>Introduction</vt:lpstr>
      <vt:lpstr>5 Step Effective Dashboard Building Process</vt:lpstr>
      <vt:lpstr>1. Define</vt:lpstr>
      <vt:lpstr>1. Define</vt:lpstr>
      <vt:lpstr>1. Define</vt:lpstr>
      <vt:lpstr>2. Model</vt:lpstr>
      <vt:lpstr>2. Model</vt:lpstr>
      <vt:lpstr>2. Model – Work Order Status Codes</vt:lpstr>
      <vt:lpstr>3. Build – 4 Stage Approach </vt:lpstr>
      <vt:lpstr>3. Build – Acquire &amp; Transform</vt:lpstr>
      <vt:lpstr>4. Build - Model</vt:lpstr>
      <vt:lpstr>4. Build – Visualise</vt:lpstr>
      <vt:lpstr>4. Build - Visualise</vt:lpstr>
      <vt:lpstr>Resources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Work Order Backlog Analysis Dashboard</dc:title>
  <dc:creator>JASON davidson</dc:creator>
  <cp:lastModifiedBy>JASON davidson</cp:lastModifiedBy>
  <cp:revision>41</cp:revision>
  <dcterms:created xsi:type="dcterms:W3CDTF">2019-12-26T08:49:13Z</dcterms:created>
  <dcterms:modified xsi:type="dcterms:W3CDTF">2020-04-12T14:10:21Z</dcterms:modified>
</cp:coreProperties>
</file>